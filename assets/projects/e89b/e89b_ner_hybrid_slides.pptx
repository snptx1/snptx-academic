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68" r:id="rId2"/>
    <p:sldId id="269" r:id="rId3"/>
    <p:sldId id="257" r:id="rId4"/>
    <p:sldId id="258" r:id="rId5"/>
    <p:sldId id="259" r:id="rId6"/>
    <p:sldId id="260" r:id="rId7"/>
    <p:sldId id="261" r:id="rId8"/>
    <p:sldId id="262" r:id="rId9"/>
    <p:sldId id="263" r:id="rId10"/>
    <p:sldId id="264" r:id="rId11"/>
    <p:sldId id="265" r:id="rId12"/>
    <p:sldId id="266" r:id="rId13"/>
    <p:sldId id="270"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A0772D-2F81-4103-91DF-FCA032551D30}" v="118" dt="2025-12-15T15:55:24.3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316" autoAdjust="0"/>
    <p:restoredTop sz="96630" autoAdjust="0"/>
  </p:normalViewPr>
  <p:slideViewPr>
    <p:cSldViewPr snapToGrid="0" snapToObjects="1">
      <p:cViewPr varScale="1">
        <p:scale>
          <a:sx n="105" d="100"/>
          <a:sy n="105" d="100"/>
        </p:scale>
        <p:origin x="1218" y="10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ney nickles" userId="1e2ccd17e83db91c" providerId="LiveId" clId="{332A357A-F660-4B14-93C2-46907D058ADA}"/>
    <pc:docChg chg="undo redo custSel addSld delSld modSld sldOrd modShowInfo">
      <pc:chgData name="shiney nickles" userId="1e2ccd17e83db91c" providerId="LiveId" clId="{332A357A-F660-4B14-93C2-46907D058ADA}" dt="2025-12-15T16:03:49.133" v="405" actId="1076"/>
      <pc:docMkLst>
        <pc:docMk/>
      </pc:docMkLst>
      <pc:sldChg chg="del">
        <pc:chgData name="shiney nickles" userId="1e2ccd17e83db91c" providerId="LiveId" clId="{332A357A-F660-4B14-93C2-46907D058ADA}" dt="2025-12-14T00:07:46.060" v="1" actId="2696"/>
        <pc:sldMkLst>
          <pc:docMk/>
          <pc:sldMk cId="0" sldId="256"/>
        </pc:sldMkLst>
      </pc:sldChg>
      <pc:sldChg chg="addSp delSp modSp mod">
        <pc:chgData name="shiney nickles" userId="1e2ccd17e83db91c" providerId="LiveId" clId="{332A357A-F660-4B14-93C2-46907D058ADA}" dt="2025-12-14T17:07:54.865" v="303" actId="1076"/>
        <pc:sldMkLst>
          <pc:docMk/>
          <pc:sldMk cId="0" sldId="257"/>
        </pc:sldMkLst>
        <pc:spChg chg="mod">
          <ac:chgData name="shiney nickles" userId="1e2ccd17e83db91c" providerId="LiveId" clId="{332A357A-F660-4B14-93C2-46907D058ADA}" dt="2025-12-14T00:25:14.498" v="29" actId="1076"/>
          <ac:spMkLst>
            <pc:docMk/>
            <pc:sldMk cId="0" sldId="257"/>
            <ac:spMk id="2" creationId="{00000000-0000-0000-0000-000000000000}"/>
          </ac:spMkLst>
        </pc:spChg>
        <pc:spChg chg="del">
          <ac:chgData name="shiney nickles" userId="1e2ccd17e83db91c" providerId="LiveId" clId="{332A357A-F660-4B14-93C2-46907D058ADA}" dt="2025-12-14T00:13:57.730" v="2"/>
          <ac:spMkLst>
            <pc:docMk/>
            <pc:sldMk cId="0" sldId="257"/>
            <ac:spMk id="3" creationId="{00000000-0000-0000-0000-000000000000}"/>
          </ac:spMkLst>
        </pc:spChg>
        <pc:spChg chg="add mod">
          <ac:chgData name="shiney nickles" userId="1e2ccd17e83db91c" providerId="LiveId" clId="{332A357A-F660-4B14-93C2-46907D058ADA}" dt="2025-12-14T17:07:46.484" v="302" actId="20577"/>
          <ac:spMkLst>
            <pc:docMk/>
            <pc:sldMk cId="0" sldId="257"/>
            <ac:spMk id="4" creationId="{799FDD59-17B5-AD43-F81C-92896E7DA16A}"/>
          </ac:spMkLst>
        </pc:spChg>
        <pc:spChg chg="add mod">
          <ac:chgData name="shiney nickles" userId="1e2ccd17e83db91c" providerId="LiveId" clId="{332A357A-F660-4B14-93C2-46907D058ADA}" dt="2025-12-14T17:07:54.865" v="303" actId="1076"/>
          <ac:spMkLst>
            <pc:docMk/>
            <pc:sldMk cId="0" sldId="257"/>
            <ac:spMk id="6" creationId="{52BCCDD4-9C78-14B9-AD70-3270D683526E}"/>
          </ac:spMkLst>
        </pc:spChg>
      </pc:sldChg>
      <pc:sldChg chg="addSp delSp modSp mod">
        <pc:chgData name="shiney nickles" userId="1e2ccd17e83db91c" providerId="LiveId" clId="{332A357A-F660-4B14-93C2-46907D058ADA}" dt="2025-12-14T17:11:25.677" v="323" actId="1076"/>
        <pc:sldMkLst>
          <pc:docMk/>
          <pc:sldMk cId="0" sldId="258"/>
        </pc:sldMkLst>
        <pc:spChg chg="mod">
          <ac:chgData name="shiney nickles" userId="1e2ccd17e83db91c" providerId="LiveId" clId="{332A357A-F660-4B14-93C2-46907D058ADA}" dt="2025-12-14T00:23:54.186" v="24" actId="255"/>
          <ac:spMkLst>
            <pc:docMk/>
            <pc:sldMk cId="0" sldId="258"/>
            <ac:spMk id="2" creationId="{00000000-0000-0000-0000-000000000000}"/>
          </ac:spMkLst>
        </pc:spChg>
        <pc:spChg chg="del">
          <ac:chgData name="shiney nickles" userId="1e2ccd17e83db91c" providerId="LiveId" clId="{332A357A-F660-4B14-93C2-46907D058ADA}" dt="2025-12-14T00:20:31.778" v="5"/>
          <ac:spMkLst>
            <pc:docMk/>
            <pc:sldMk cId="0" sldId="258"/>
            <ac:spMk id="3" creationId="{00000000-0000-0000-0000-000000000000}"/>
          </ac:spMkLst>
        </pc:spChg>
        <pc:spChg chg="add del mod">
          <ac:chgData name="shiney nickles" userId="1e2ccd17e83db91c" providerId="LiveId" clId="{332A357A-F660-4B14-93C2-46907D058ADA}" dt="2025-12-14T17:09:40.133" v="313" actId="21"/>
          <ac:spMkLst>
            <pc:docMk/>
            <pc:sldMk cId="0" sldId="258"/>
            <ac:spMk id="4" creationId="{7938384F-E4F0-398B-B97F-939A0D29F5B2}"/>
          </ac:spMkLst>
        </pc:spChg>
        <pc:spChg chg="add">
          <ac:chgData name="shiney nickles" userId="1e2ccd17e83db91c" providerId="LiveId" clId="{332A357A-F660-4B14-93C2-46907D058ADA}" dt="2025-12-14T17:08:39.226" v="304"/>
          <ac:spMkLst>
            <pc:docMk/>
            <pc:sldMk cId="0" sldId="258"/>
            <ac:spMk id="5" creationId="{D81D586B-C912-DB07-F955-FE6637B04094}"/>
          </ac:spMkLst>
        </pc:spChg>
        <pc:spChg chg="add mod">
          <ac:chgData name="shiney nickles" userId="1e2ccd17e83db91c" providerId="LiveId" clId="{332A357A-F660-4B14-93C2-46907D058ADA}" dt="2025-12-14T17:11:25.677" v="323" actId="1076"/>
          <ac:spMkLst>
            <pc:docMk/>
            <pc:sldMk cId="0" sldId="258"/>
            <ac:spMk id="6" creationId="{3D0C1E34-CD8C-905C-E6AC-B0680DAEE882}"/>
          </ac:spMkLst>
        </pc:spChg>
        <pc:spChg chg="add del mod">
          <ac:chgData name="shiney nickles" userId="1e2ccd17e83db91c" providerId="LiveId" clId="{332A357A-F660-4B14-93C2-46907D058ADA}" dt="2025-12-14T17:09:47.813" v="315" actId="21"/>
          <ac:spMkLst>
            <pc:docMk/>
            <pc:sldMk cId="0" sldId="258"/>
            <ac:spMk id="7" creationId="{148C0A0C-3833-8473-7702-EFBC5DB1D24B}"/>
          </ac:spMkLst>
        </pc:spChg>
      </pc:sldChg>
      <pc:sldChg chg="addSp delSp modSp mod">
        <pc:chgData name="shiney nickles" userId="1e2ccd17e83db91c" providerId="LiveId" clId="{332A357A-F660-4B14-93C2-46907D058ADA}" dt="2025-12-14T17:14:26.754" v="340" actId="1076"/>
        <pc:sldMkLst>
          <pc:docMk/>
          <pc:sldMk cId="0" sldId="259"/>
        </pc:sldMkLst>
        <pc:spChg chg="mod">
          <ac:chgData name="shiney nickles" userId="1e2ccd17e83db91c" providerId="LiveId" clId="{332A357A-F660-4B14-93C2-46907D058ADA}" dt="2025-12-14T00:24:06.265" v="26" actId="27636"/>
          <ac:spMkLst>
            <pc:docMk/>
            <pc:sldMk cId="0" sldId="259"/>
            <ac:spMk id="2" creationId="{00000000-0000-0000-0000-000000000000}"/>
          </ac:spMkLst>
        </pc:spChg>
        <pc:spChg chg="del">
          <ac:chgData name="shiney nickles" userId="1e2ccd17e83db91c" providerId="LiveId" clId="{332A357A-F660-4B14-93C2-46907D058ADA}" dt="2025-12-14T00:25:48.216" v="31" actId="21"/>
          <ac:spMkLst>
            <pc:docMk/>
            <pc:sldMk cId="0" sldId="259"/>
            <ac:spMk id="3" creationId="{00000000-0000-0000-0000-000000000000}"/>
          </ac:spMkLst>
        </pc:spChg>
        <pc:spChg chg="add mod">
          <ac:chgData name="shiney nickles" userId="1e2ccd17e83db91c" providerId="LiveId" clId="{332A357A-F660-4B14-93C2-46907D058ADA}" dt="2025-12-14T17:14:19.302" v="339" actId="1076"/>
          <ac:spMkLst>
            <pc:docMk/>
            <pc:sldMk cId="0" sldId="259"/>
            <ac:spMk id="5" creationId="{A1507BFD-5319-4924-38D1-D444CD823628}"/>
          </ac:spMkLst>
        </pc:spChg>
        <pc:picChg chg="mod">
          <ac:chgData name="shiney nickles" userId="1e2ccd17e83db91c" providerId="LiveId" clId="{332A357A-F660-4B14-93C2-46907D058ADA}" dt="2025-12-14T17:14:26.754" v="340" actId="1076"/>
          <ac:picMkLst>
            <pc:docMk/>
            <pc:sldMk cId="0" sldId="259"/>
            <ac:picMk id="4" creationId="{00000000-0000-0000-0000-000000000000}"/>
          </ac:picMkLst>
        </pc:picChg>
      </pc:sldChg>
      <pc:sldChg chg="addSp delSp modSp mod">
        <pc:chgData name="shiney nickles" userId="1e2ccd17e83db91c" providerId="LiveId" clId="{332A357A-F660-4B14-93C2-46907D058ADA}" dt="2025-12-14T17:17:45.897" v="353" actId="1076"/>
        <pc:sldMkLst>
          <pc:docMk/>
          <pc:sldMk cId="0" sldId="260"/>
        </pc:sldMkLst>
        <pc:spChg chg="mod">
          <ac:chgData name="shiney nickles" userId="1e2ccd17e83db91c" providerId="LiveId" clId="{332A357A-F660-4B14-93C2-46907D058ADA}" dt="2025-12-14T00:53:47.762" v="122" actId="27636"/>
          <ac:spMkLst>
            <pc:docMk/>
            <pc:sldMk cId="0" sldId="260"/>
            <ac:spMk id="2" creationId="{00000000-0000-0000-0000-000000000000}"/>
          </ac:spMkLst>
        </pc:spChg>
        <pc:spChg chg="del">
          <ac:chgData name="shiney nickles" userId="1e2ccd17e83db91c" providerId="LiveId" clId="{332A357A-F660-4B14-93C2-46907D058ADA}" dt="2025-12-14T00:40:15.642" v="33"/>
          <ac:spMkLst>
            <pc:docMk/>
            <pc:sldMk cId="0" sldId="260"/>
            <ac:spMk id="3" creationId="{00000000-0000-0000-0000-000000000000}"/>
          </ac:spMkLst>
        </pc:spChg>
        <pc:spChg chg="add mod">
          <ac:chgData name="shiney nickles" userId="1e2ccd17e83db91c" providerId="LiveId" clId="{332A357A-F660-4B14-93C2-46907D058ADA}" dt="2025-12-14T15:08:53.794" v="269" actId="255"/>
          <ac:spMkLst>
            <pc:docMk/>
            <pc:sldMk cId="0" sldId="260"/>
            <ac:spMk id="4" creationId="{F52C6B5D-72FA-996A-8054-61E3D42831A2}"/>
          </ac:spMkLst>
        </pc:spChg>
        <pc:spChg chg="add mod">
          <ac:chgData name="shiney nickles" userId="1e2ccd17e83db91c" providerId="LiveId" clId="{332A357A-F660-4B14-93C2-46907D058ADA}" dt="2025-12-14T15:09:53.716" v="274" actId="14100"/>
          <ac:spMkLst>
            <pc:docMk/>
            <pc:sldMk cId="0" sldId="260"/>
            <ac:spMk id="6" creationId="{B11AE2AB-F428-A9C8-6727-B63DAB92C5DC}"/>
          </ac:spMkLst>
        </pc:spChg>
        <pc:spChg chg="add mod">
          <ac:chgData name="shiney nickles" userId="1e2ccd17e83db91c" providerId="LiveId" clId="{332A357A-F660-4B14-93C2-46907D058ADA}" dt="2025-12-14T17:17:45.897" v="353" actId="1076"/>
          <ac:spMkLst>
            <pc:docMk/>
            <pc:sldMk cId="0" sldId="260"/>
            <ac:spMk id="8" creationId="{60ECF9F8-8DCF-683C-D73D-130D20F6B77C}"/>
          </ac:spMkLst>
        </pc:spChg>
      </pc:sldChg>
      <pc:sldChg chg="addSp delSp modSp mod">
        <pc:chgData name="shiney nickles" userId="1e2ccd17e83db91c" providerId="LiveId" clId="{332A357A-F660-4B14-93C2-46907D058ADA}" dt="2025-12-14T17:19:03.679" v="357" actId="1076"/>
        <pc:sldMkLst>
          <pc:docMk/>
          <pc:sldMk cId="0" sldId="261"/>
        </pc:sldMkLst>
        <pc:spChg chg="mod">
          <ac:chgData name="shiney nickles" userId="1e2ccd17e83db91c" providerId="LiveId" clId="{332A357A-F660-4B14-93C2-46907D058ADA}" dt="2025-12-14T00:54:00.743" v="123" actId="255"/>
          <ac:spMkLst>
            <pc:docMk/>
            <pc:sldMk cId="0" sldId="261"/>
            <ac:spMk id="2" creationId="{00000000-0000-0000-0000-000000000000}"/>
          </ac:spMkLst>
        </pc:spChg>
        <pc:spChg chg="mod">
          <ac:chgData name="shiney nickles" userId="1e2ccd17e83db91c" providerId="LiveId" clId="{332A357A-F660-4B14-93C2-46907D058ADA}" dt="2025-12-14T15:11:56.013" v="279" actId="255"/>
          <ac:spMkLst>
            <pc:docMk/>
            <pc:sldMk cId="0" sldId="261"/>
            <ac:spMk id="3" creationId="{00000000-0000-0000-0000-000000000000}"/>
          </ac:spMkLst>
        </pc:spChg>
        <pc:spChg chg="add del mod">
          <ac:chgData name="shiney nickles" userId="1e2ccd17e83db91c" providerId="LiveId" clId="{332A357A-F660-4B14-93C2-46907D058ADA}" dt="2025-12-14T00:43:54.595" v="53"/>
          <ac:spMkLst>
            <pc:docMk/>
            <pc:sldMk cId="0" sldId="261"/>
            <ac:spMk id="4" creationId="{A11CD8A2-136F-0CA8-E6D8-35C457B2C808}"/>
          </ac:spMkLst>
        </pc:spChg>
        <pc:spChg chg="add del mod">
          <ac:chgData name="shiney nickles" userId="1e2ccd17e83db91c" providerId="LiveId" clId="{332A357A-F660-4B14-93C2-46907D058ADA}" dt="2025-12-14T00:44:05.198" v="67" actId="21"/>
          <ac:spMkLst>
            <pc:docMk/>
            <pc:sldMk cId="0" sldId="261"/>
            <ac:spMk id="5" creationId="{31D942D1-A09B-1E33-3467-BE3BFDC5A541}"/>
          </ac:spMkLst>
        </pc:spChg>
        <pc:spChg chg="add mod">
          <ac:chgData name="shiney nickles" userId="1e2ccd17e83db91c" providerId="LiveId" clId="{332A357A-F660-4B14-93C2-46907D058ADA}" dt="2025-12-14T17:19:03.679" v="357" actId="1076"/>
          <ac:spMkLst>
            <pc:docMk/>
            <pc:sldMk cId="0" sldId="261"/>
            <ac:spMk id="6" creationId="{4D291900-F8FA-B2A3-295D-86A97CA5C51D}"/>
          </ac:spMkLst>
        </pc:spChg>
        <pc:spChg chg="add mod">
          <ac:chgData name="shiney nickles" userId="1e2ccd17e83db91c" providerId="LiveId" clId="{332A357A-F660-4B14-93C2-46907D058ADA}" dt="2025-12-14T17:18:51.948" v="356" actId="1076"/>
          <ac:spMkLst>
            <pc:docMk/>
            <pc:sldMk cId="0" sldId="261"/>
            <ac:spMk id="8" creationId="{1D7D53E0-5908-13F7-DF33-CF225345E3AC}"/>
          </ac:spMkLst>
        </pc:spChg>
      </pc:sldChg>
      <pc:sldChg chg="addSp delSp modSp mod">
        <pc:chgData name="shiney nickles" userId="1e2ccd17e83db91c" providerId="LiveId" clId="{332A357A-F660-4B14-93C2-46907D058ADA}" dt="2025-12-14T17:19:51.478" v="362" actId="255"/>
        <pc:sldMkLst>
          <pc:docMk/>
          <pc:sldMk cId="0" sldId="262"/>
        </pc:sldMkLst>
        <pc:spChg chg="mod">
          <ac:chgData name="shiney nickles" userId="1e2ccd17e83db91c" providerId="LiveId" clId="{332A357A-F660-4B14-93C2-46907D058ADA}" dt="2025-12-14T00:54:10.092" v="124" actId="255"/>
          <ac:spMkLst>
            <pc:docMk/>
            <pc:sldMk cId="0" sldId="262"/>
            <ac:spMk id="2" creationId="{00000000-0000-0000-0000-000000000000}"/>
          </ac:spMkLst>
        </pc:spChg>
        <pc:spChg chg="del mod">
          <ac:chgData name="shiney nickles" userId="1e2ccd17e83db91c" providerId="LiveId" clId="{332A357A-F660-4B14-93C2-46907D058ADA}" dt="2025-12-14T00:47:41.498" v="87"/>
          <ac:spMkLst>
            <pc:docMk/>
            <pc:sldMk cId="0" sldId="262"/>
            <ac:spMk id="3" creationId="{00000000-0000-0000-0000-000000000000}"/>
          </ac:spMkLst>
        </pc:spChg>
        <pc:spChg chg="add mod">
          <ac:chgData name="shiney nickles" userId="1e2ccd17e83db91c" providerId="LiveId" clId="{332A357A-F660-4B14-93C2-46907D058ADA}" dt="2025-12-14T17:19:51.478" v="362" actId="255"/>
          <ac:spMkLst>
            <pc:docMk/>
            <pc:sldMk cId="0" sldId="262"/>
            <ac:spMk id="6" creationId="{E256911E-BEAF-2182-A03A-17FC188AE7EA}"/>
          </ac:spMkLst>
        </pc:spChg>
        <pc:picChg chg="mod">
          <ac:chgData name="shiney nickles" userId="1e2ccd17e83db91c" providerId="LiveId" clId="{332A357A-F660-4B14-93C2-46907D058ADA}" dt="2025-12-14T00:50:06.717" v="104" actId="14100"/>
          <ac:picMkLst>
            <pc:docMk/>
            <pc:sldMk cId="0" sldId="262"/>
            <ac:picMk id="4" creationId="{00000000-0000-0000-0000-000000000000}"/>
          </ac:picMkLst>
        </pc:picChg>
        <pc:picChg chg="mod">
          <ac:chgData name="shiney nickles" userId="1e2ccd17e83db91c" providerId="LiveId" clId="{332A357A-F660-4B14-93C2-46907D058ADA}" dt="2025-12-14T00:50:17.795" v="106" actId="1076"/>
          <ac:picMkLst>
            <pc:docMk/>
            <pc:sldMk cId="0" sldId="262"/>
            <ac:picMk id="5" creationId="{00000000-0000-0000-0000-000000000000}"/>
          </ac:picMkLst>
        </pc:picChg>
      </pc:sldChg>
      <pc:sldChg chg="addSp delSp modSp add del mod">
        <pc:chgData name="shiney nickles" userId="1e2ccd17e83db91c" providerId="LiveId" clId="{332A357A-F660-4B14-93C2-46907D058ADA}" dt="2025-12-14T19:34:19.357" v="391" actId="47"/>
        <pc:sldMkLst>
          <pc:docMk/>
          <pc:sldMk cId="0" sldId="263"/>
        </pc:sldMkLst>
        <pc:spChg chg="mod">
          <ac:chgData name="shiney nickles" userId="1e2ccd17e83db91c" providerId="LiveId" clId="{332A357A-F660-4B14-93C2-46907D058ADA}" dt="2025-12-14T00:53:18.467" v="120" actId="255"/>
          <ac:spMkLst>
            <pc:docMk/>
            <pc:sldMk cId="0" sldId="263"/>
            <ac:spMk id="2" creationId="{00000000-0000-0000-0000-000000000000}"/>
          </ac:spMkLst>
        </pc:spChg>
        <pc:spChg chg="del mod">
          <ac:chgData name="shiney nickles" userId="1e2ccd17e83db91c" providerId="LiveId" clId="{332A357A-F660-4B14-93C2-46907D058ADA}" dt="2025-12-14T00:52:34.743" v="117"/>
          <ac:spMkLst>
            <pc:docMk/>
            <pc:sldMk cId="0" sldId="263"/>
            <ac:spMk id="3" creationId="{00000000-0000-0000-0000-000000000000}"/>
          </ac:spMkLst>
        </pc:spChg>
        <pc:spChg chg="add mod">
          <ac:chgData name="shiney nickles" userId="1e2ccd17e83db91c" providerId="LiveId" clId="{332A357A-F660-4B14-93C2-46907D058ADA}" dt="2025-12-14T17:21:06.115" v="370" actId="1076"/>
          <ac:spMkLst>
            <pc:docMk/>
            <pc:sldMk cId="0" sldId="263"/>
            <ac:spMk id="5" creationId="{97C32A35-D8A2-86F4-F0AB-741583B020FA}"/>
          </ac:spMkLst>
        </pc:spChg>
        <pc:picChg chg="mod">
          <ac:chgData name="shiney nickles" userId="1e2ccd17e83db91c" providerId="LiveId" clId="{332A357A-F660-4B14-93C2-46907D058ADA}" dt="2025-12-14T00:55:40.250" v="130" actId="1076"/>
          <ac:picMkLst>
            <pc:docMk/>
            <pc:sldMk cId="0" sldId="263"/>
            <ac:picMk id="4" creationId="{00000000-0000-0000-0000-000000000000}"/>
          </ac:picMkLst>
        </pc:picChg>
      </pc:sldChg>
      <pc:sldChg chg="addSp delSp modSp add del mod">
        <pc:chgData name="shiney nickles" userId="1e2ccd17e83db91c" providerId="LiveId" clId="{332A357A-F660-4B14-93C2-46907D058ADA}" dt="2025-12-14T19:34:18.537" v="390" actId="47"/>
        <pc:sldMkLst>
          <pc:docMk/>
          <pc:sldMk cId="0" sldId="264"/>
        </pc:sldMkLst>
        <pc:spChg chg="mod">
          <ac:chgData name="shiney nickles" userId="1e2ccd17e83db91c" providerId="LiveId" clId="{332A357A-F660-4B14-93C2-46907D058ADA}" dt="2025-12-14T00:54:36.670" v="125" actId="255"/>
          <ac:spMkLst>
            <pc:docMk/>
            <pc:sldMk cId="0" sldId="264"/>
            <ac:spMk id="2" creationId="{00000000-0000-0000-0000-000000000000}"/>
          </ac:spMkLst>
        </pc:spChg>
        <pc:spChg chg="del mod">
          <ac:chgData name="shiney nickles" userId="1e2ccd17e83db91c" providerId="LiveId" clId="{332A357A-F660-4B14-93C2-46907D058ADA}" dt="2025-12-14T01:00:13.969" v="141"/>
          <ac:spMkLst>
            <pc:docMk/>
            <pc:sldMk cId="0" sldId="264"/>
            <ac:spMk id="3" creationId="{00000000-0000-0000-0000-000000000000}"/>
          </ac:spMkLst>
        </pc:spChg>
        <pc:spChg chg="add mod">
          <ac:chgData name="shiney nickles" userId="1e2ccd17e83db91c" providerId="LiveId" clId="{332A357A-F660-4B14-93C2-46907D058ADA}" dt="2025-12-14T17:21:25.946" v="373" actId="20577"/>
          <ac:spMkLst>
            <pc:docMk/>
            <pc:sldMk cId="0" sldId="264"/>
            <ac:spMk id="6" creationId="{8C215265-AE00-FB5E-C8D0-FEF0A9EEE214}"/>
          </ac:spMkLst>
        </pc:spChg>
        <pc:picChg chg="del mod">
          <ac:chgData name="shiney nickles" userId="1e2ccd17e83db91c" providerId="LiveId" clId="{332A357A-F660-4B14-93C2-46907D058ADA}" dt="2025-12-14T00:58:06.878" v="135" actId="21"/>
          <ac:picMkLst>
            <pc:docMk/>
            <pc:sldMk cId="0" sldId="264"/>
            <ac:picMk id="4" creationId="{00000000-0000-0000-0000-000000000000}"/>
          </ac:picMkLst>
        </pc:picChg>
        <pc:picChg chg="add mod">
          <ac:chgData name="shiney nickles" userId="1e2ccd17e83db91c" providerId="LiveId" clId="{332A357A-F660-4B14-93C2-46907D058ADA}" dt="2025-12-14T01:01:40.950" v="147" actId="14100"/>
          <ac:picMkLst>
            <pc:docMk/>
            <pc:sldMk cId="0" sldId="264"/>
            <ac:picMk id="5" creationId="{9A711E6F-FF56-98EF-39FF-BBAC38EEE733}"/>
          </ac:picMkLst>
        </pc:picChg>
      </pc:sldChg>
      <pc:sldChg chg="addSp delSp modSp add del mod">
        <pc:chgData name="shiney nickles" userId="1e2ccd17e83db91c" providerId="LiveId" clId="{332A357A-F660-4B14-93C2-46907D058ADA}" dt="2025-12-14T19:34:17.673" v="389" actId="47"/>
        <pc:sldMkLst>
          <pc:docMk/>
          <pc:sldMk cId="0" sldId="265"/>
        </pc:sldMkLst>
        <pc:spChg chg="mod">
          <ac:chgData name="shiney nickles" userId="1e2ccd17e83db91c" providerId="LiveId" clId="{332A357A-F660-4B14-93C2-46907D058ADA}" dt="2025-12-14T00:54:42.561" v="126" actId="255"/>
          <ac:spMkLst>
            <pc:docMk/>
            <pc:sldMk cId="0" sldId="265"/>
            <ac:spMk id="2" creationId="{00000000-0000-0000-0000-000000000000}"/>
          </ac:spMkLst>
        </pc:spChg>
        <pc:spChg chg="del">
          <ac:chgData name="shiney nickles" userId="1e2ccd17e83db91c" providerId="LiveId" clId="{332A357A-F660-4B14-93C2-46907D058ADA}" dt="2025-12-14T01:04:33.034" v="152"/>
          <ac:spMkLst>
            <pc:docMk/>
            <pc:sldMk cId="0" sldId="265"/>
            <ac:spMk id="3" creationId="{00000000-0000-0000-0000-000000000000}"/>
          </ac:spMkLst>
        </pc:spChg>
        <pc:spChg chg="add mod">
          <ac:chgData name="shiney nickles" userId="1e2ccd17e83db91c" providerId="LiveId" clId="{332A357A-F660-4B14-93C2-46907D058ADA}" dt="2025-12-14T17:32:15.803" v="385" actId="1076"/>
          <ac:spMkLst>
            <pc:docMk/>
            <pc:sldMk cId="0" sldId="265"/>
            <ac:spMk id="5" creationId="{2C244781-01AC-BAA7-479F-3A4B3E18DD99}"/>
          </ac:spMkLst>
        </pc:spChg>
        <pc:picChg chg="mod">
          <ac:chgData name="shiney nickles" userId="1e2ccd17e83db91c" providerId="LiveId" clId="{332A357A-F660-4B14-93C2-46907D058ADA}" dt="2025-12-14T17:23:03.616" v="380" actId="1076"/>
          <ac:picMkLst>
            <pc:docMk/>
            <pc:sldMk cId="0" sldId="265"/>
            <ac:picMk id="4" creationId="{00000000-0000-0000-0000-000000000000}"/>
          </ac:picMkLst>
        </pc:picChg>
      </pc:sldChg>
      <pc:sldChg chg="addSp delSp modSp mod">
        <pc:chgData name="shiney nickles" userId="1e2ccd17e83db91c" providerId="LiveId" clId="{332A357A-F660-4B14-93C2-46907D058ADA}" dt="2025-12-14T17:24:00.164" v="384" actId="1076"/>
        <pc:sldMkLst>
          <pc:docMk/>
          <pc:sldMk cId="0" sldId="266"/>
        </pc:sldMkLst>
        <pc:spChg chg="mod">
          <ac:chgData name="shiney nickles" userId="1e2ccd17e83db91c" providerId="LiveId" clId="{332A357A-F660-4B14-93C2-46907D058ADA}" dt="2025-12-14T00:54:48.954" v="127" actId="255"/>
          <ac:spMkLst>
            <pc:docMk/>
            <pc:sldMk cId="0" sldId="266"/>
            <ac:spMk id="2" creationId="{00000000-0000-0000-0000-000000000000}"/>
          </ac:spMkLst>
        </pc:spChg>
        <pc:spChg chg="del mod">
          <ac:chgData name="shiney nickles" userId="1e2ccd17e83db91c" providerId="LiveId" clId="{332A357A-F660-4B14-93C2-46907D058ADA}" dt="2025-12-14T01:09:26.208" v="202"/>
          <ac:spMkLst>
            <pc:docMk/>
            <pc:sldMk cId="0" sldId="266"/>
            <ac:spMk id="3" creationId="{00000000-0000-0000-0000-000000000000}"/>
          </ac:spMkLst>
        </pc:spChg>
        <pc:spChg chg="add del mod">
          <ac:chgData name="shiney nickles" userId="1e2ccd17e83db91c" providerId="LiveId" clId="{332A357A-F660-4B14-93C2-46907D058ADA}" dt="2025-12-14T01:10:44.139" v="208" actId="21"/>
          <ac:spMkLst>
            <pc:docMk/>
            <pc:sldMk cId="0" sldId="266"/>
            <ac:spMk id="6" creationId="{58EB50D4-E40E-5461-B410-C2FE4A17A3C1}"/>
          </ac:spMkLst>
        </pc:spChg>
        <pc:spChg chg="add del mod">
          <ac:chgData name="shiney nickles" userId="1e2ccd17e83db91c" providerId="LiveId" clId="{332A357A-F660-4B14-93C2-46907D058ADA}" dt="2025-12-14T01:10:48.279" v="209" actId="21"/>
          <ac:spMkLst>
            <pc:docMk/>
            <pc:sldMk cId="0" sldId="266"/>
            <ac:spMk id="7" creationId="{F89DCA1E-374E-F303-4D66-87061740214E}"/>
          </ac:spMkLst>
        </pc:spChg>
        <pc:picChg chg="del mod">
          <ac:chgData name="shiney nickles" userId="1e2ccd17e83db91c" providerId="LiveId" clId="{332A357A-F660-4B14-93C2-46907D058ADA}" dt="2025-12-14T00:58:16.519" v="137" actId="478"/>
          <ac:picMkLst>
            <pc:docMk/>
            <pc:sldMk cId="0" sldId="266"/>
            <ac:picMk id="4" creationId="{00000000-0000-0000-0000-000000000000}"/>
          </ac:picMkLst>
        </pc:picChg>
        <pc:picChg chg="add mod">
          <ac:chgData name="shiney nickles" userId="1e2ccd17e83db91c" providerId="LiveId" clId="{332A357A-F660-4B14-93C2-46907D058ADA}" dt="2025-12-14T17:24:00.164" v="384" actId="1076"/>
          <ac:picMkLst>
            <pc:docMk/>
            <pc:sldMk cId="0" sldId="266"/>
            <ac:picMk id="5" creationId="{00000000-0000-0000-0000-000000000000}"/>
          </ac:picMkLst>
        </pc:picChg>
      </pc:sldChg>
      <pc:sldChg chg="modSp del mod">
        <pc:chgData name="shiney nickles" userId="1e2ccd17e83db91c" providerId="LiveId" clId="{332A357A-F660-4B14-93C2-46907D058ADA}" dt="2025-12-14T22:05:30.897" v="392" actId="2696"/>
        <pc:sldMkLst>
          <pc:docMk/>
          <pc:sldMk cId="0" sldId="267"/>
        </pc:sldMkLst>
        <pc:spChg chg="mod">
          <ac:chgData name="shiney nickles" userId="1e2ccd17e83db91c" providerId="LiveId" clId="{332A357A-F660-4B14-93C2-46907D058ADA}" dt="2025-12-14T00:54:56.363" v="128" actId="255"/>
          <ac:spMkLst>
            <pc:docMk/>
            <pc:sldMk cId="0" sldId="267"/>
            <ac:spMk id="2" creationId="{00000000-0000-0000-0000-000000000000}"/>
          </ac:spMkLst>
        </pc:spChg>
        <pc:spChg chg="mod">
          <ac:chgData name="shiney nickles" userId="1e2ccd17e83db91c" providerId="LiveId" clId="{332A357A-F660-4B14-93C2-46907D058ADA}" dt="2025-12-14T01:12:23.736" v="212"/>
          <ac:spMkLst>
            <pc:docMk/>
            <pc:sldMk cId="0" sldId="267"/>
            <ac:spMk id="3" creationId="{00000000-0000-0000-0000-000000000000}"/>
          </ac:spMkLst>
        </pc:spChg>
      </pc:sldChg>
      <pc:sldChg chg="modSp mod">
        <pc:chgData name="shiney nickles" userId="1e2ccd17e83db91c" providerId="LiveId" clId="{332A357A-F660-4B14-93C2-46907D058ADA}" dt="2025-12-14T01:35:34.166" v="230" actId="255"/>
        <pc:sldMkLst>
          <pc:docMk/>
          <pc:sldMk cId="0" sldId="268"/>
        </pc:sldMkLst>
        <pc:spChg chg="mod">
          <ac:chgData name="shiney nickles" userId="1e2ccd17e83db91c" providerId="LiveId" clId="{332A357A-F660-4B14-93C2-46907D058ADA}" dt="2025-12-14T01:35:34.166" v="230" actId="255"/>
          <ac:spMkLst>
            <pc:docMk/>
            <pc:sldMk cId="0" sldId="268"/>
            <ac:spMk id="3075" creationId="{00000000-0000-0000-0000-000000000000}"/>
          </ac:spMkLst>
        </pc:spChg>
      </pc:sldChg>
      <pc:sldChg chg="modSp new mod ord">
        <pc:chgData name="shiney nickles" userId="1e2ccd17e83db91c" providerId="LiveId" clId="{332A357A-F660-4B14-93C2-46907D058ADA}" dt="2025-12-15T16:03:13.256" v="403" actId="122"/>
        <pc:sldMkLst>
          <pc:docMk/>
          <pc:sldMk cId="1802461877" sldId="269"/>
        </pc:sldMkLst>
        <pc:spChg chg="mod">
          <ac:chgData name="shiney nickles" userId="1e2ccd17e83db91c" providerId="LiveId" clId="{332A357A-F660-4B14-93C2-46907D058ADA}" dt="2025-12-14T01:34:34.670" v="225" actId="255"/>
          <ac:spMkLst>
            <pc:docMk/>
            <pc:sldMk cId="1802461877" sldId="269"/>
            <ac:spMk id="2" creationId="{253203D5-9C8A-2F03-AFF0-BF502DD64E95}"/>
          </ac:spMkLst>
        </pc:spChg>
        <pc:spChg chg="mod">
          <ac:chgData name="shiney nickles" userId="1e2ccd17e83db91c" providerId="LiveId" clId="{332A357A-F660-4B14-93C2-46907D058ADA}" dt="2025-12-15T16:03:13.256" v="403" actId="122"/>
          <ac:spMkLst>
            <pc:docMk/>
            <pc:sldMk cId="1802461877" sldId="269"/>
            <ac:spMk id="3" creationId="{D19784FC-5B77-2160-5A5F-AF01147A141F}"/>
          </ac:spMkLst>
        </pc:spChg>
      </pc:sldChg>
      <pc:sldChg chg="modSp new mod">
        <pc:chgData name="shiney nickles" userId="1e2ccd17e83db91c" providerId="LiveId" clId="{332A357A-F660-4B14-93C2-46907D058ADA}" dt="2025-12-15T16:03:49.133" v="405" actId="1076"/>
        <pc:sldMkLst>
          <pc:docMk/>
          <pc:sldMk cId="1913402150" sldId="270"/>
        </pc:sldMkLst>
        <pc:spChg chg="mod">
          <ac:chgData name="shiney nickles" userId="1e2ccd17e83db91c" providerId="LiveId" clId="{332A357A-F660-4B14-93C2-46907D058ADA}" dt="2025-12-15T16:03:39.647" v="404" actId="1076"/>
          <ac:spMkLst>
            <pc:docMk/>
            <pc:sldMk cId="1913402150" sldId="270"/>
            <ac:spMk id="2" creationId="{6A9A1338-EE5D-9FC9-70FF-337C000B93A9}"/>
          </ac:spMkLst>
        </pc:spChg>
        <pc:spChg chg="mod">
          <ac:chgData name="shiney nickles" userId="1e2ccd17e83db91c" providerId="LiveId" clId="{332A357A-F660-4B14-93C2-46907D058ADA}" dt="2025-12-15T16:03:49.133" v="405" actId="1076"/>
          <ac:spMkLst>
            <pc:docMk/>
            <pc:sldMk cId="1913402150" sldId="270"/>
            <ac:spMk id="3" creationId="{10DC9607-EF2C-D503-F01F-3A83A02DF8E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B480A4-E7F0-48DF-AF65-EFFEB8F700CC}" type="datetimeFigureOut">
              <a:rPr lang="en-US" smtClean="0"/>
              <a:t>12/13/2025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C8CC83-221B-4952-A13E-F3FEC1E92BA2}" type="slidenum">
              <a:rPr lang="en-US" smtClean="0"/>
              <a:t>‹#›</a:t>
            </a:fld>
            <a:endParaRPr lang="en-US"/>
          </a:p>
        </p:txBody>
      </p:sp>
    </p:spTree>
    <p:extLst>
      <p:ext uri="{BB962C8B-B14F-4D97-AF65-F5344CB8AC3E}">
        <p14:creationId xmlns:p14="http://schemas.microsoft.com/office/powerpoint/2010/main" val="1044240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1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86020"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A50DCA77-AE49-4A9C-A909-3537221CB17F}" type="slidenum">
              <a:rPr lang="en-US" smtClean="0"/>
              <a:pPr fontAlgn="base">
                <a:spcBef>
                  <a:spcPct val="0"/>
                </a:spcBef>
                <a:spcAft>
                  <a:spcPct val="0"/>
                </a:spcAft>
                <a:defRPr/>
              </a:pPr>
              <a:t>1</a:t>
            </a:fld>
            <a:endParaRPr lang="en-US"/>
          </a:p>
        </p:txBody>
      </p:sp>
    </p:spTree>
    <p:extLst>
      <p:ext uri="{BB962C8B-B14F-4D97-AF65-F5344CB8AC3E}">
        <p14:creationId xmlns:p14="http://schemas.microsoft.com/office/powerpoint/2010/main" val="131604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C8CC83-221B-4952-A13E-F3FEC1E92BA2}" type="slidenum">
              <a:rPr lang="en-US" smtClean="0"/>
              <a:t>3</a:t>
            </a:fld>
            <a:endParaRPr lang="en-US"/>
          </a:p>
        </p:txBody>
      </p:sp>
    </p:spTree>
    <p:extLst>
      <p:ext uri="{BB962C8B-B14F-4D97-AF65-F5344CB8AC3E}">
        <p14:creationId xmlns:p14="http://schemas.microsoft.com/office/powerpoint/2010/main" val="30514522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12/13/2025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harvard.zoom.us/rec/play/vTXn_FgF7njoMpwqZkaC-PFPT-y5-6XCglUFkE8c5-jssH7nb3nVOCNU4770gonUpV5r11_aWl3xKWXz.dnL-p7zpr8m9Emgi?eagerLoadZvaPages=sidemenu.billing.plan_management&amp;accessLevel=meeting&amp;canPlayFromShare=true&amp;from=my_recording&amp;startTime=1765760584000&amp;componentName=rec-play&amp;originRequestUrl=https%3A%2F%2Fharvard.zoom.us%2Frec%2Fshare%2F90Wo3k5q8g5Ss1yYGkCPPHDU7Iv54GEbO5DDtgmbuBylGwZnRQbXptjvQHg-0TkA.2os0ehmbOj1k8iko%3FstartTime%3D1765760584000"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pPr>
              <a:defRPr/>
            </a:pPr>
            <a:fld id="{3202EDA8-4D42-4A3F-8044-C86141763805}" type="slidenum">
              <a:rPr lang="en-US" sz="1600" b="1"/>
              <a:pPr>
                <a:defRPr/>
              </a:pPr>
              <a:t>1</a:t>
            </a:fld>
            <a:endParaRPr lang="en-US" sz="1600" b="1" dirty="0"/>
          </a:p>
        </p:txBody>
      </p:sp>
      <p:sp>
        <p:nvSpPr>
          <p:cNvPr id="3075" name="Title 1"/>
          <p:cNvSpPr>
            <a:spLocks noGrp="1"/>
          </p:cNvSpPr>
          <p:nvPr>
            <p:ph type="ctrTitle"/>
          </p:nvPr>
        </p:nvSpPr>
        <p:spPr>
          <a:xfrm>
            <a:off x="647700" y="1219200"/>
            <a:ext cx="7772400" cy="914400"/>
          </a:xfrm>
        </p:spPr>
        <p:txBody>
          <a:bodyPr>
            <a:noAutofit/>
          </a:bodyPr>
          <a:lstStyle/>
          <a:p>
            <a:br>
              <a:rPr lang="en-US" altLang="en-US" sz="2000" dirty="0">
                <a:latin typeface="Times New Roman" panose="02020603050405020304" pitchFamily="18" charset="0"/>
                <a:cs typeface="Times New Roman" panose="02020603050405020304" pitchFamily="18" charset="0"/>
              </a:rPr>
            </a:br>
            <a:r>
              <a:rPr lang="en-US" altLang="en-US" sz="2000" dirty="0">
                <a:latin typeface="Garamond" panose="02020404030301010803" pitchFamily="18" charset="0"/>
                <a:ea typeface="Batang" panose="020B0503020000020004" pitchFamily="18" charset="-127"/>
                <a:cs typeface="Angsana New" panose="020B0502040204020203" pitchFamily="18" charset="-34"/>
              </a:rPr>
              <a:t>Final Project</a:t>
            </a:r>
            <a:br>
              <a:rPr lang="en-US" altLang="en-US" sz="2000" dirty="0">
                <a:latin typeface="Garamond" panose="02020404030301010803" pitchFamily="18" charset="0"/>
                <a:ea typeface="Batang" panose="020B0503020000020004" pitchFamily="18" charset="-127"/>
                <a:cs typeface="Angsana New" panose="020B0502040204020203" pitchFamily="18" charset="-34"/>
              </a:rPr>
            </a:br>
            <a:r>
              <a:rPr lang="en-US" altLang="en-US" sz="2000" dirty="0">
                <a:latin typeface="Garamond" panose="02020404030301010803" pitchFamily="18" charset="0"/>
                <a:ea typeface="Batang" panose="020B0503020000020004" pitchFamily="18" charset="-127"/>
                <a:cs typeface="Angsana New" panose="020B0502040204020203" pitchFamily="18" charset="-34"/>
              </a:rPr>
              <a:t> </a:t>
            </a:r>
            <a:r>
              <a:rPr lang="en-US" sz="2000" dirty="0"/>
              <a:t>Biomedical Named Entity Recognition Using a Hybrid BiLSTM, Transformer Encoder, and CRF</a:t>
            </a:r>
            <a:br>
              <a:rPr lang="en-US" altLang="en-US" sz="2000" b="1" dirty="0">
                <a:latin typeface="Times New Roman" panose="02020603050405020304" pitchFamily="18" charset="0"/>
                <a:cs typeface="Times New Roman" panose="02020603050405020304" pitchFamily="18" charset="0"/>
              </a:rPr>
            </a:br>
            <a:endParaRPr lang="en-US" altLang="en-US" sz="2000" b="1" dirty="0">
              <a:latin typeface="Times New Roman" panose="02020603050405020304" pitchFamily="18" charset="0"/>
              <a:cs typeface="Times New Roman" panose="02020603050405020304" pitchFamily="18" charset="0"/>
            </a:endParaRPr>
          </a:p>
        </p:txBody>
      </p:sp>
      <p:sp>
        <p:nvSpPr>
          <p:cNvPr id="3076" name="Subtitle 2"/>
          <p:cNvSpPr>
            <a:spLocks noGrp="1"/>
          </p:cNvSpPr>
          <p:nvPr>
            <p:ph type="subTitle" idx="1"/>
          </p:nvPr>
        </p:nvSpPr>
        <p:spPr>
          <a:xfrm>
            <a:off x="1333500" y="2286000"/>
            <a:ext cx="6400800" cy="449172"/>
          </a:xfrm>
        </p:spPr>
        <p:txBody>
          <a:bodyPr>
            <a:normAutofit lnSpcReduction="10000"/>
          </a:bodyPr>
          <a:lstStyle/>
          <a:p>
            <a:pPr eaLnBrk="1" hangingPunct="1">
              <a:defRPr/>
            </a:pPr>
            <a:r>
              <a:rPr lang="en-US" sz="2400" dirty="0">
                <a:solidFill>
                  <a:schemeClr val="tx2">
                    <a:lumMod val="75000"/>
                  </a:schemeClr>
                </a:solidFill>
                <a:latin typeface="Garamond" panose="02020404030301010803" pitchFamily="18" charset="0"/>
              </a:rPr>
              <a:t>Daniel R. Russell</a:t>
            </a:r>
          </a:p>
          <a:p>
            <a:pPr eaLnBrk="1" hangingPunct="1">
              <a:defRPr/>
            </a:pPr>
            <a:endParaRPr lang="en-US" sz="2400" b="1" dirty="0">
              <a:solidFill>
                <a:schemeClr val="bg2">
                  <a:lumMod val="25000"/>
                </a:schemeClr>
              </a:solidFill>
            </a:endParaRPr>
          </a:p>
        </p:txBody>
      </p:sp>
      <p:sp>
        <p:nvSpPr>
          <p:cNvPr id="3077" name="Footer Placeholder 1"/>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Font typeface="Wingdings" pitchFamily="2" charset="2"/>
              <a:buChar char="§"/>
              <a:defRPr sz="2800">
                <a:solidFill>
                  <a:schemeClr val="tx1"/>
                </a:solidFill>
                <a:latin typeface="Calibri" pitchFamily="34" charset="0"/>
              </a:defRPr>
            </a:lvl1pPr>
            <a:lvl2pPr marL="742950" indent="-285750" eaLnBrk="0" hangingPunct="0">
              <a:spcBef>
                <a:spcPct val="20000"/>
              </a:spcBef>
              <a:buClr>
                <a:srgbClr val="FF0000"/>
              </a:buClr>
              <a:buFont typeface="Wingdings" pitchFamily="2" charset="2"/>
              <a:buChar char="§"/>
              <a:defRPr sz="2400">
                <a:solidFill>
                  <a:schemeClr val="tx1"/>
                </a:solidFill>
                <a:latin typeface="Calibri" pitchFamily="34" charset="0"/>
              </a:defRPr>
            </a:lvl2pPr>
            <a:lvl3pPr marL="1143000" indent="-228600" eaLnBrk="0" hangingPunct="0">
              <a:spcBef>
                <a:spcPct val="20000"/>
              </a:spcBef>
              <a:buClr>
                <a:srgbClr val="00CC00"/>
              </a:buClr>
              <a:buFont typeface="Wingdings" pitchFamily="2" charset="2"/>
              <a:buChar char="§"/>
              <a:defRPr sz="20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ClrTx/>
              <a:buFontTx/>
              <a:buNone/>
            </a:pPr>
            <a:r>
              <a:rPr lang="en-US" altLang="en-US" sz="1200" dirty="0">
                <a:solidFill>
                  <a:srgbClr val="898989"/>
                </a:solidFill>
                <a:latin typeface="Garamond" panose="02020404030301010803" pitchFamily="18" charset="0"/>
              </a:rPr>
              <a:t>@DanielRussell</a:t>
            </a:r>
          </a:p>
        </p:txBody>
      </p:sp>
      <p:sp>
        <p:nvSpPr>
          <p:cNvPr id="2" name="TextBox 1"/>
          <p:cNvSpPr txBox="1"/>
          <p:nvPr/>
        </p:nvSpPr>
        <p:spPr>
          <a:xfrm>
            <a:off x="1828005" y="5038635"/>
            <a:ext cx="5487987" cy="1200329"/>
          </a:xfrm>
          <a:prstGeom prst="rect">
            <a:avLst/>
          </a:prstGeom>
          <a:noFill/>
        </p:spPr>
        <p:txBody>
          <a:bodyPr wrap="square">
            <a:spAutoFit/>
          </a:bodyPr>
          <a:lstStyle/>
          <a:p>
            <a:pPr algn="ctr">
              <a:defRPr/>
            </a:pPr>
            <a:r>
              <a:rPr lang="en-US" dirty="0">
                <a:solidFill>
                  <a:schemeClr val="bg2">
                    <a:lumMod val="25000"/>
                  </a:schemeClr>
                </a:solidFill>
                <a:latin typeface="Garamond" panose="02020404030301010803" pitchFamily="18" charset="0"/>
              </a:rPr>
              <a:t>CSCI S-89B Introduction to Natural Language Processing</a:t>
            </a:r>
          </a:p>
          <a:p>
            <a:pPr algn="ctr">
              <a:defRPr/>
            </a:pPr>
            <a:r>
              <a:rPr lang="en-US" dirty="0">
                <a:solidFill>
                  <a:schemeClr val="bg2">
                    <a:lumMod val="25000"/>
                  </a:schemeClr>
                </a:solidFill>
                <a:latin typeface="Garamond" panose="02020404030301010803" pitchFamily="18" charset="0"/>
              </a:rPr>
              <a:t>Fall 2025</a:t>
            </a:r>
          </a:p>
          <a:p>
            <a:pPr algn="ctr">
              <a:defRPr/>
            </a:pPr>
            <a:r>
              <a:rPr lang="en-US" b="1" dirty="0">
                <a:solidFill>
                  <a:schemeClr val="bg2">
                    <a:lumMod val="25000"/>
                  </a:schemeClr>
                </a:solidFill>
                <a:latin typeface="Garamond" panose="02020404030301010803" pitchFamily="18" charset="0"/>
              </a:rPr>
              <a:t>Harvard Extension School</a:t>
            </a:r>
            <a:endParaRPr lang="en-US" sz="1600" dirty="0">
              <a:solidFill>
                <a:schemeClr val="bg2">
                  <a:lumMod val="25000"/>
                </a:schemeClr>
              </a:solidFill>
              <a:latin typeface="Garamond" panose="02020404030301010803" pitchFamily="18" charset="0"/>
            </a:endParaRPr>
          </a:p>
          <a:p>
            <a:pPr algn="ctr">
              <a:defRPr/>
            </a:pPr>
            <a:endParaRPr lang="en-US" dirty="0"/>
          </a:p>
        </p:txBody>
      </p:sp>
      <p:pic>
        <p:nvPicPr>
          <p:cNvPr id="5" name="Picture 4">
            <a:extLst>
              <a:ext uri="{FF2B5EF4-FFF2-40B4-BE49-F238E27FC236}">
                <a16:creationId xmlns:a16="http://schemas.microsoft.com/office/drawing/2014/main" id="{C96F3900-F92E-4439-8E37-E5F7918B6337}"/>
              </a:ext>
            </a:extLst>
          </p:cNvPr>
          <p:cNvPicPr>
            <a:picLocks noChangeAspect="1"/>
          </p:cNvPicPr>
          <p:nvPr/>
        </p:nvPicPr>
        <p:blipFill>
          <a:blip r:embed="rId3"/>
          <a:stretch>
            <a:fillRect/>
          </a:stretch>
        </p:blipFill>
        <p:spPr>
          <a:xfrm>
            <a:off x="3925550" y="2949217"/>
            <a:ext cx="1292899" cy="14957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203D5-9C8A-2F03-AFF0-BF502DD64E95}"/>
              </a:ext>
            </a:extLst>
          </p:cNvPr>
          <p:cNvSpPr>
            <a:spLocks noGrp="1"/>
          </p:cNvSpPr>
          <p:nvPr>
            <p:ph type="title"/>
          </p:nvPr>
        </p:nvSpPr>
        <p:spPr/>
        <p:txBody>
          <a:bodyPr>
            <a:normAutofit/>
          </a:bodyPr>
          <a:lstStyle/>
          <a:p>
            <a:r>
              <a:rPr lang="en-US" sz="3600" dirty="0"/>
              <a:t>Generative AI Disclosure  </a:t>
            </a:r>
          </a:p>
        </p:txBody>
      </p:sp>
      <p:sp>
        <p:nvSpPr>
          <p:cNvPr id="3" name="Content Placeholder 2">
            <a:extLst>
              <a:ext uri="{FF2B5EF4-FFF2-40B4-BE49-F238E27FC236}">
                <a16:creationId xmlns:a16="http://schemas.microsoft.com/office/drawing/2014/main" id="{D19784FC-5B77-2160-5A5F-AF01147A141F}"/>
              </a:ext>
            </a:extLst>
          </p:cNvPr>
          <p:cNvSpPr>
            <a:spLocks noGrp="1"/>
          </p:cNvSpPr>
          <p:nvPr>
            <p:ph idx="1"/>
          </p:nvPr>
        </p:nvSpPr>
        <p:spPr>
          <a:xfrm>
            <a:off x="457200" y="1591408"/>
            <a:ext cx="8229600" cy="4534755"/>
          </a:xfrm>
        </p:spPr>
        <p:txBody>
          <a:bodyPr>
            <a:normAutofit/>
          </a:bodyPr>
          <a:lstStyle/>
          <a:p>
            <a:pPr marL="0" indent="0" algn="ctr">
              <a:buNone/>
            </a:pPr>
            <a:r>
              <a:rPr lang="en-US" sz="1600" dirty="0"/>
              <a:t>Portions of this project were developed with reference to Generative AI tools (Copilot; ChatGPT, OpenAI, 2025 version), used in accordance with the course AI Technologies Policy including conceptual clarification, methodological guidance, validating code logic, identifying and resolving exceptions, and generating text and code segments. All substantive decisions regarding problem formulation, dataset selection, model design, feasibility analysis, and implementation strategy are my own. All AI-generated code was independently reviewed, debugged, and validated for correctness before inclusion. </a:t>
            </a:r>
          </a:p>
          <a:p>
            <a:endParaRPr lang="en-US" dirty="0"/>
          </a:p>
        </p:txBody>
      </p:sp>
    </p:spTree>
    <p:extLst>
      <p:ext uri="{BB962C8B-B14F-4D97-AF65-F5344CB8AC3E}">
        <p14:creationId xmlns:p14="http://schemas.microsoft.com/office/powerpoint/2010/main" val="18024618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74638"/>
            <a:ext cx="8229600" cy="1143000"/>
          </a:xfrm>
        </p:spPr>
        <p:txBody>
          <a:bodyPr>
            <a:normAutofit/>
          </a:bodyPr>
          <a:lstStyle/>
          <a:p>
            <a:r>
              <a:rPr sz="3600" dirty="0"/>
              <a:t>Motivation and Problem Context</a:t>
            </a:r>
          </a:p>
        </p:txBody>
      </p:sp>
      <p:sp>
        <p:nvSpPr>
          <p:cNvPr id="4" name="Rectangle 1">
            <a:extLst>
              <a:ext uri="{FF2B5EF4-FFF2-40B4-BE49-F238E27FC236}">
                <a16:creationId xmlns:a16="http://schemas.microsoft.com/office/drawing/2014/main" id="{799FDD59-17B5-AD43-F81C-92896E7DA16A}"/>
              </a:ext>
            </a:extLst>
          </p:cNvPr>
          <p:cNvSpPr>
            <a:spLocks noGrp="1" noChangeArrowheads="1"/>
          </p:cNvSpPr>
          <p:nvPr>
            <p:ph idx="1"/>
          </p:nvPr>
        </p:nvSpPr>
        <p:spPr bwMode="auto">
          <a:xfrm>
            <a:off x="1017646" y="2945757"/>
            <a:ext cx="6981955"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Biomedical literature contains dense, irregular language that complicates automated analysis.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Disease mentions often span multiple tokens and exhibit inconsistent morphology.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Reliable extraction of disease entities enables large scale clinical analytics and discovery workflows.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Standard NER models struggle with long range dependencies and precise span boundaries.</a:t>
            </a:r>
          </a:p>
        </p:txBody>
      </p:sp>
      <p:sp>
        <p:nvSpPr>
          <p:cNvPr id="6" name="TextBox 5">
            <a:extLst>
              <a:ext uri="{FF2B5EF4-FFF2-40B4-BE49-F238E27FC236}">
                <a16:creationId xmlns:a16="http://schemas.microsoft.com/office/drawing/2014/main" id="{52BCCDD4-9C78-14B9-AD70-3270D683526E}"/>
              </a:ext>
            </a:extLst>
          </p:cNvPr>
          <p:cNvSpPr txBox="1"/>
          <p:nvPr/>
        </p:nvSpPr>
        <p:spPr>
          <a:xfrm>
            <a:off x="1017646" y="1936646"/>
            <a:ext cx="4572000" cy="461665"/>
          </a:xfrm>
          <a:prstGeom prst="rect">
            <a:avLst/>
          </a:prstGeom>
          <a:noFill/>
        </p:spPr>
        <p:txBody>
          <a:bodyPr wrap="square">
            <a:spAutoFit/>
          </a:bodyPr>
          <a:lstStyle/>
          <a:p>
            <a:r>
              <a:rPr lang="en-US" sz="2400" dirty="0"/>
              <a:t>Why is this problem challenging?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dirty="0"/>
              <a:t>Project Objectives</a:t>
            </a:r>
          </a:p>
        </p:txBody>
      </p:sp>
      <p:sp>
        <p:nvSpPr>
          <p:cNvPr id="6" name="Rectangle 3">
            <a:extLst>
              <a:ext uri="{FF2B5EF4-FFF2-40B4-BE49-F238E27FC236}">
                <a16:creationId xmlns:a16="http://schemas.microsoft.com/office/drawing/2014/main" id="{3D0C1E34-CD8C-905C-E6AC-B0680DAEE882}"/>
              </a:ext>
            </a:extLst>
          </p:cNvPr>
          <p:cNvSpPr>
            <a:spLocks noChangeArrowheads="1"/>
          </p:cNvSpPr>
          <p:nvPr/>
        </p:nvSpPr>
        <p:spPr bwMode="auto">
          <a:xfrm>
            <a:off x="1525508" y="2134022"/>
            <a:ext cx="6414379"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00050" marR="0" lvl="0" indent="-400050" algn="l" defTabSz="914400" rtl="0" eaLnBrk="0" fontAlgn="base" latinLnBrk="0" hangingPunct="0">
              <a:lnSpc>
                <a:spcPct val="100000"/>
              </a:lnSpc>
              <a:spcBef>
                <a:spcPct val="0"/>
              </a:spcBef>
              <a:spcAft>
                <a:spcPct val="0"/>
              </a:spcAft>
              <a:buClrTx/>
              <a:buSzTx/>
              <a:buFont typeface="+mj-lt"/>
              <a:buAutoNum type="romanUcPeriod"/>
              <a:tabLst/>
            </a:pPr>
            <a:r>
              <a:rPr kumimoji="0" lang="en-US" altLang="en-US" sz="1800" b="0" i="0" u="none" strike="noStrike" cap="none" normalizeH="0" baseline="0" dirty="0">
                <a:ln>
                  <a:noFill/>
                </a:ln>
                <a:solidFill>
                  <a:schemeClr val="tx1"/>
                </a:solidFill>
                <a:effectLst/>
                <a:latin typeface="Arial" panose="020B0604020202020204" pitchFamily="34" charset="0"/>
              </a:rPr>
              <a:t>To build a hybrid NER model combining BiLSTM, transformer encoding, and CRF decoding.</a:t>
            </a:r>
          </a:p>
          <a:p>
            <a:pPr marL="400050" marR="0" lvl="0" indent="-400050" algn="l" defTabSz="914400" rtl="0" eaLnBrk="0" fontAlgn="base" latinLnBrk="0" hangingPunct="0">
              <a:lnSpc>
                <a:spcPct val="100000"/>
              </a:lnSpc>
              <a:spcBef>
                <a:spcPct val="0"/>
              </a:spcBef>
              <a:spcAft>
                <a:spcPct val="0"/>
              </a:spcAft>
              <a:buClrTx/>
              <a:buSzTx/>
              <a:buFont typeface="+mj-lt"/>
              <a:buAutoNum type="romanUcPeriod"/>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00050" marR="0" lvl="0" indent="-400050" algn="l" defTabSz="914400" rtl="0" eaLnBrk="0" fontAlgn="base" latinLnBrk="0" hangingPunct="0">
              <a:lnSpc>
                <a:spcPct val="100000"/>
              </a:lnSpc>
              <a:spcBef>
                <a:spcPct val="0"/>
              </a:spcBef>
              <a:spcAft>
                <a:spcPct val="0"/>
              </a:spcAft>
              <a:buClrTx/>
              <a:buSzTx/>
              <a:buFont typeface="+mj-lt"/>
              <a:buAutoNum type="romanUcPeriod"/>
              <a:tabLst/>
            </a:pPr>
            <a:r>
              <a:rPr kumimoji="0" lang="en-US" altLang="en-US" sz="1800" b="0" i="0" u="none" strike="noStrike" cap="none" normalizeH="0" baseline="0" dirty="0">
                <a:ln>
                  <a:noFill/>
                </a:ln>
                <a:solidFill>
                  <a:schemeClr val="tx1"/>
                </a:solidFill>
                <a:effectLst/>
                <a:latin typeface="Arial" panose="020B0604020202020204" pitchFamily="34" charset="0"/>
              </a:rPr>
              <a:t>To create a reliable preprocessing pipeline with exact character to token alignment.</a:t>
            </a:r>
          </a:p>
          <a:p>
            <a:pPr marL="400050" marR="0" lvl="0" indent="-400050" algn="l" defTabSz="914400" rtl="0" eaLnBrk="0" fontAlgn="base" latinLnBrk="0" hangingPunct="0">
              <a:lnSpc>
                <a:spcPct val="100000"/>
              </a:lnSpc>
              <a:spcBef>
                <a:spcPct val="0"/>
              </a:spcBef>
              <a:spcAft>
                <a:spcPct val="0"/>
              </a:spcAft>
              <a:buClrTx/>
              <a:buSzTx/>
              <a:buFont typeface="+mj-lt"/>
              <a:buAutoNum type="romanUcPeriod"/>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00050" marR="0" lvl="0" indent="-400050" algn="l" defTabSz="914400" rtl="0" eaLnBrk="0" fontAlgn="base" latinLnBrk="0" hangingPunct="0">
              <a:lnSpc>
                <a:spcPct val="100000"/>
              </a:lnSpc>
              <a:spcBef>
                <a:spcPct val="0"/>
              </a:spcBef>
              <a:spcAft>
                <a:spcPct val="0"/>
              </a:spcAft>
              <a:buClrTx/>
              <a:buSzTx/>
              <a:buFont typeface="+mj-lt"/>
              <a:buAutoNum type="romanUcPeriod"/>
              <a:tabLst/>
            </a:pPr>
            <a:r>
              <a:rPr kumimoji="0" lang="en-US" altLang="en-US" sz="1800" b="0" i="0" u="none" strike="noStrike" cap="none" normalizeH="0" baseline="0" dirty="0">
                <a:ln>
                  <a:noFill/>
                </a:ln>
                <a:solidFill>
                  <a:schemeClr val="tx1"/>
                </a:solidFill>
                <a:effectLst/>
                <a:latin typeface="Arial" panose="020B0604020202020204" pitchFamily="34" charset="0"/>
              </a:rPr>
              <a:t>To evaluate performance at both token and span levels.</a:t>
            </a:r>
          </a:p>
          <a:p>
            <a:pPr marL="400050" marR="0" lvl="0" indent="-400050" algn="l" defTabSz="914400" rtl="0" eaLnBrk="0" fontAlgn="base" latinLnBrk="0" hangingPunct="0">
              <a:lnSpc>
                <a:spcPct val="100000"/>
              </a:lnSpc>
              <a:spcBef>
                <a:spcPct val="0"/>
              </a:spcBef>
              <a:spcAft>
                <a:spcPct val="0"/>
              </a:spcAft>
              <a:buClrTx/>
              <a:buSzTx/>
              <a:buFont typeface="+mj-lt"/>
              <a:buAutoNum type="romanUcPeriod"/>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00050" marR="0" lvl="0" indent="-400050" algn="l" defTabSz="914400" rtl="0" eaLnBrk="0" fontAlgn="base" latinLnBrk="0" hangingPunct="0">
              <a:lnSpc>
                <a:spcPct val="100000"/>
              </a:lnSpc>
              <a:spcBef>
                <a:spcPct val="0"/>
              </a:spcBef>
              <a:spcAft>
                <a:spcPct val="0"/>
              </a:spcAft>
              <a:buClrTx/>
              <a:buSzTx/>
              <a:buFont typeface="+mj-lt"/>
              <a:buAutoNum type="romanUcPeriod"/>
              <a:tabLst/>
            </a:pPr>
            <a:r>
              <a:rPr kumimoji="0" lang="en-US" altLang="en-US" sz="1800" b="0" i="0" u="none" strike="noStrike" cap="none" normalizeH="0" baseline="0" dirty="0">
                <a:ln>
                  <a:noFill/>
                </a:ln>
                <a:solidFill>
                  <a:schemeClr val="tx1"/>
                </a:solidFill>
                <a:effectLst/>
                <a:latin typeface="Arial" panose="020B0604020202020204" pitchFamily="34" charset="0"/>
              </a:rPr>
              <a:t>To develop visualization tools that expose error structure and model behavior.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dirty="0"/>
              <a:t>Dataset and Preprocessing Constraints</a:t>
            </a:r>
          </a:p>
        </p:txBody>
      </p:sp>
      <p:pic>
        <p:nvPicPr>
          <p:cNvPr id="4" name="Picture 3" descr="86bde70c-74b3-425d-9e94-592112358e0e.png"/>
          <p:cNvPicPr>
            <a:picLocks noChangeAspect="1"/>
          </p:cNvPicPr>
          <p:nvPr/>
        </p:nvPicPr>
        <p:blipFill>
          <a:blip r:embed="rId2"/>
          <a:stretch>
            <a:fillRect/>
          </a:stretch>
        </p:blipFill>
        <p:spPr>
          <a:xfrm>
            <a:off x="1023041" y="1242390"/>
            <a:ext cx="6563763" cy="4174043"/>
          </a:xfrm>
          <a:prstGeom prst="rect">
            <a:avLst/>
          </a:prstGeom>
        </p:spPr>
      </p:pic>
      <p:sp>
        <p:nvSpPr>
          <p:cNvPr id="5" name="Rectangle 1">
            <a:extLst>
              <a:ext uri="{FF2B5EF4-FFF2-40B4-BE49-F238E27FC236}">
                <a16:creationId xmlns:a16="http://schemas.microsoft.com/office/drawing/2014/main" id="{A1507BFD-5319-4924-38D1-D444CD823628}"/>
              </a:ext>
            </a:extLst>
          </p:cNvPr>
          <p:cNvSpPr>
            <a:spLocks noChangeArrowheads="1"/>
          </p:cNvSpPr>
          <p:nvPr/>
        </p:nvSpPr>
        <p:spPr bwMode="auto">
          <a:xfrm>
            <a:off x="1023041" y="5679868"/>
            <a:ext cx="739668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Gold disease entities cluster near early token positions.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Predicted start positions flatten across the sentence due to mild positional bias.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Alignment quality directly affects downstream span errors.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dirty="0"/>
              <a:t>Preprocessing Architecture Overview</a:t>
            </a:r>
          </a:p>
        </p:txBody>
      </p:sp>
      <p:sp>
        <p:nvSpPr>
          <p:cNvPr id="4" name="Rectangle 1">
            <a:extLst>
              <a:ext uri="{FF2B5EF4-FFF2-40B4-BE49-F238E27FC236}">
                <a16:creationId xmlns:a16="http://schemas.microsoft.com/office/drawing/2014/main" id="{F52C6B5D-72FA-996A-8054-61E3D42831A2}"/>
              </a:ext>
            </a:extLst>
          </p:cNvPr>
          <p:cNvSpPr>
            <a:spLocks noGrp="1" noChangeArrowheads="1"/>
          </p:cNvSpPr>
          <p:nvPr>
            <p:ph idx="1"/>
          </p:nvPr>
        </p:nvSpPr>
        <p:spPr bwMode="auto">
          <a:xfrm>
            <a:off x="563316" y="1597728"/>
            <a:ext cx="8449408"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Tokenize sentences and record exact character offsets for each token.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Map expert annotated spans to token indices with strict validation.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Construct BIO labels for every token and verify reconstruction.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Pad sequences and create attention masks for variable-length inputs.</a:t>
            </a:r>
          </a:p>
        </p:txBody>
      </p:sp>
      <p:sp>
        <p:nvSpPr>
          <p:cNvPr id="6" name="TextBox 5">
            <a:extLst>
              <a:ext uri="{FF2B5EF4-FFF2-40B4-BE49-F238E27FC236}">
                <a16:creationId xmlns:a16="http://schemas.microsoft.com/office/drawing/2014/main" id="{B11AE2AB-F428-A9C8-6727-B63DAB92C5DC}"/>
              </a:ext>
            </a:extLst>
          </p:cNvPr>
          <p:cNvSpPr txBox="1"/>
          <p:nvPr/>
        </p:nvSpPr>
        <p:spPr>
          <a:xfrm>
            <a:off x="563316" y="2838739"/>
            <a:ext cx="1754371" cy="3293209"/>
          </a:xfrm>
          <a:prstGeom prst="rect">
            <a:avLst/>
          </a:prstGeom>
          <a:noFill/>
        </p:spPr>
        <p:txBody>
          <a:bodyPr wrap="square">
            <a:spAutoFit/>
          </a:bodyPr>
          <a:lstStyle/>
          <a:p>
            <a:r>
              <a:rPr lang="en-US" sz="1600" dirty="0"/>
              <a:t>Raw Text </a:t>
            </a:r>
          </a:p>
          <a:p>
            <a:r>
              <a:rPr lang="en-US" sz="1600" dirty="0"/>
              <a:t>   ↓</a:t>
            </a:r>
          </a:p>
          <a:p>
            <a:r>
              <a:rPr lang="en-US" sz="1600" dirty="0"/>
              <a:t>Tokenization + Offsets</a:t>
            </a:r>
          </a:p>
          <a:p>
            <a:r>
              <a:rPr lang="en-US" sz="1600" dirty="0"/>
              <a:t>   ↓</a:t>
            </a:r>
          </a:p>
          <a:p>
            <a:r>
              <a:rPr lang="en-US" sz="1600" dirty="0"/>
              <a:t>Span Alignment + Validation</a:t>
            </a:r>
          </a:p>
          <a:p>
            <a:r>
              <a:rPr lang="en-US" sz="1600" dirty="0"/>
              <a:t>   ↓</a:t>
            </a:r>
          </a:p>
          <a:p>
            <a:r>
              <a:rPr lang="en-US" sz="1600" dirty="0"/>
              <a:t>BIO Label Construction</a:t>
            </a:r>
          </a:p>
          <a:p>
            <a:r>
              <a:rPr lang="en-US" sz="1600" dirty="0"/>
              <a:t>   ↓</a:t>
            </a:r>
          </a:p>
          <a:p>
            <a:r>
              <a:rPr lang="en-US" sz="1600" dirty="0"/>
              <a:t>Padding + Attention Masks</a:t>
            </a:r>
          </a:p>
        </p:txBody>
      </p:sp>
      <p:sp>
        <p:nvSpPr>
          <p:cNvPr id="8" name="TextBox 7">
            <a:extLst>
              <a:ext uri="{FF2B5EF4-FFF2-40B4-BE49-F238E27FC236}">
                <a16:creationId xmlns:a16="http://schemas.microsoft.com/office/drawing/2014/main" id="{60ECF9F8-8DCF-683C-D73D-130D20F6B77C}"/>
              </a:ext>
            </a:extLst>
          </p:cNvPr>
          <p:cNvSpPr txBox="1"/>
          <p:nvPr/>
        </p:nvSpPr>
        <p:spPr>
          <a:xfrm>
            <a:off x="2760784" y="3417220"/>
            <a:ext cx="5754001" cy="1323439"/>
          </a:xfrm>
          <a:prstGeom prst="rect">
            <a:avLst/>
          </a:prstGeom>
          <a:solidFill>
            <a:schemeClr val="bg1">
              <a:lumMod val="75000"/>
            </a:schemeClr>
          </a:solidFill>
        </p:spPr>
        <p:txBody>
          <a:bodyPr wrap="square">
            <a:spAutoFit/>
          </a:bodyPr>
          <a:lstStyle/>
          <a:p>
            <a:r>
              <a:rPr lang="en-US" sz="1600" dirty="0"/>
              <a:t>Original text:      "patients with chronic renal failure"</a:t>
            </a:r>
          </a:p>
          <a:p>
            <a:r>
              <a:rPr lang="en-US" sz="1600" dirty="0"/>
              <a:t>Tokenization:       ["patients", "with", "chronic", "renal", "failure"]</a:t>
            </a:r>
          </a:p>
          <a:p>
            <a:r>
              <a:rPr lang="en-US" sz="1600" dirty="0"/>
              <a:t>Gold span:          chronic renal failure</a:t>
            </a:r>
          </a:p>
          <a:p>
            <a:r>
              <a:rPr lang="en-US" sz="1600" dirty="0"/>
              <a:t>Token span:         tokens 2 to 4</a:t>
            </a:r>
          </a:p>
          <a:p>
            <a:r>
              <a:rPr lang="en-US" sz="1600" dirty="0"/>
              <a:t>BIO sequence:       O </a:t>
            </a:r>
            <a:r>
              <a:rPr lang="en-US" sz="1600" dirty="0" err="1"/>
              <a:t>O</a:t>
            </a:r>
            <a:r>
              <a:rPr lang="en-US" sz="1600" dirty="0"/>
              <a:t> B-Disease I-Disease </a:t>
            </a:r>
            <a:r>
              <a:rPr lang="en-US" sz="1600" dirty="0" err="1"/>
              <a:t>I-Disease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dirty="0"/>
              <a:t>Hybrid Model Architecture</a:t>
            </a:r>
          </a:p>
        </p:txBody>
      </p:sp>
      <p:sp>
        <p:nvSpPr>
          <p:cNvPr id="3" name="Content Placeholder 2"/>
          <p:cNvSpPr>
            <a:spLocks noGrp="1"/>
          </p:cNvSpPr>
          <p:nvPr>
            <p:ph idx="1"/>
          </p:nvPr>
        </p:nvSpPr>
        <p:spPr>
          <a:xfrm>
            <a:off x="1007753" y="5858166"/>
            <a:ext cx="6720685" cy="994662"/>
          </a:xfrm>
        </p:spPr>
        <p:txBody>
          <a:bodyPr/>
          <a:lstStyle/>
          <a:p>
            <a:pPr marL="0" indent="0">
              <a:buNone/>
            </a:pPr>
            <a:r>
              <a:rPr lang="en-US" sz="1600" dirty="0"/>
              <a:t>Embeddings → BiLSTM → Transformer Encoder → Linear Layer → CRF Decoder</a:t>
            </a:r>
          </a:p>
          <a:p>
            <a:endParaRPr dirty="0"/>
          </a:p>
        </p:txBody>
      </p:sp>
      <p:sp>
        <p:nvSpPr>
          <p:cNvPr id="6" name="Rectangle 2">
            <a:extLst>
              <a:ext uri="{FF2B5EF4-FFF2-40B4-BE49-F238E27FC236}">
                <a16:creationId xmlns:a16="http://schemas.microsoft.com/office/drawing/2014/main" id="{4D291900-F8FA-B2A3-295D-86A97CA5C51D}"/>
              </a:ext>
            </a:extLst>
          </p:cNvPr>
          <p:cNvSpPr>
            <a:spLocks noChangeArrowheads="1"/>
          </p:cNvSpPr>
          <p:nvPr/>
        </p:nvSpPr>
        <p:spPr bwMode="auto">
          <a:xfrm>
            <a:off x="1007753" y="1665022"/>
            <a:ext cx="7128494"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Token embeddings form the initial representation for each word.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A BiLSTM captures local sequential patterns and short-range dependencies.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A transformer encoder models broader contextual interactions across the sentence.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A linear layer produces BIO emission scores which the CRF decodes into valid label sequences.</a:t>
            </a:r>
          </a:p>
        </p:txBody>
      </p: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1D7D53E0-5908-13F7-DF33-CF225345E3AC}"/>
                  </a:ext>
                </a:extLst>
              </p:cNvPr>
              <p:cNvSpPr txBox="1"/>
              <p:nvPr/>
            </p:nvSpPr>
            <p:spPr>
              <a:xfrm>
                <a:off x="1007753" y="3435334"/>
                <a:ext cx="7448184" cy="2432012"/>
              </a:xfrm>
              <a:prstGeom prst="rect">
                <a:avLst/>
              </a:prstGeom>
              <a:noFill/>
            </p:spPr>
            <p:txBody>
              <a:bodyPr wrap="square">
                <a:spAutoFit/>
              </a:bodyPr>
              <a:lstStyle/>
              <a:p>
                <a:pPr>
                  <a:buNone/>
                </a:pPr>
                <a:r>
                  <a:rPr lang="en-US" sz="1600" b="1" dirty="0"/>
                  <a:t>Model Internals</a:t>
                </a:r>
                <a:br>
                  <a:rPr lang="en-US" sz="1600" dirty="0"/>
                </a:br>
                <a:r>
                  <a:rPr lang="en-US" sz="1600" dirty="0"/>
                  <a:t>The BiLSTM produces contextual states via</a:t>
                </a:r>
              </a:p>
              <a:p>
                <a:pPr>
                  <a:buNone/>
                </a:pPr>
                <a:endParaRPr lang="en-US" sz="1600" b="0" dirty="0">
                  <a:solidFill>
                    <a:schemeClr val="tx1"/>
                  </a:solidFill>
                </a:endParaRPr>
              </a:p>
              <a:p>
                <a:pPr>
                  <a:buNone/>
                </a:pPr>
                <a14:m>
                  <m:oMathPara xmlns:m="http://schemas.openxmlformats.org/officeDocument/2006/math">
                    <m:oMathParaPr>
                      <m:jc m:val="centerGroup"/>
                    </m:oMathParaPr>
                    <m:oMath xmlns:m="http://schemas.openxmlformats.org/officeDocument/2006/math">
                      <m:acc>
                        <m:accPr>
                          <m:chr m:val="⃗"/>
                          <m:ctrlPr>
                            <a:rPr lang="en-US" sz="1600" i="1"/>
                          </m:ctrlPr>
                        </m:accPr>
                        <m:e>
                          <m:sSub>
                            <m:sSubPr>
                              <m:ctrlPr>
                                <a:rPr lang="en-US" sz="1600" i="1"/>
                              </m:ctrlPr>
                            </m:sSubPr>
                            <m:e>
                              <m:r>
                                <a:rPr lang="en-US" sz="1600" i="1"/>
                                <m:t>h</m:t>
                              </m:r>
                            </m:e>
                            <m:sub>
                              <m:r>
                                <a:rPr lang="en-US" sz="1600" i="1"/>
                                <m:t>𝑡</m:t>
                              </m:r>
                            </m:sub>
                          </m:sSub>
                        </m:e>
                      </m:acc>
                      <m:r>
                        <a:rPr lang="en-US" sz="1600" i="1"/>
                        <m:t>=</m:t>
                      </m:r>
                      <m:r>
                        <m:rPr>
                          <m:nor/>
                        </m:rPr>
                        <a:rPr lang="en-US" sz="1600"/>
                        <m:t>LSTM</m:t>
                      </m:r>
                      <m:d>
                        <m:dPr>
                          <m:ctrlPr>
                            <a:rPr lang="en-US" sz="1600" i="1">
                              <a:latin typeface="Cambria Math" panose="02040503050406030204" pitchFamily="18" charset="0"/>
                            </a:rPr>
                          </m:ctrlPr>
                        </m:dPr>
                        <m:e>
                          <m:sSub>
                            <m:sSubPr>
                              <m:ctrlPr>
                                <a:rPr lang="en-US" sz="1600" i="1"/>
                              </m:ctrlPr>
                            </m:sSubPr>
                            <m:e>
                              <m:r>
                                <a:rPr lang="en-US" sz="1600" i="1"/>
                                <m:t>𝑥</m:t>
                              </m:r>
                            </m:e>
                            <m:sub>
                              <m:r>
                                <a:rPr lang="en-US" sz="1600" i="1"/>
                                <m:t>𝑡</m:t>
                              </m:r>
                            </m:sub>
                          </m:sSub>
                          <m:r>
                            <a:rPr lang="en-US" sz="1600" i="1"/>
                            <m:t>,</m:t>
                          </m:r>
                          <m:acc>
                            <m:accPr>
                              <m:chr m:val="⃗"/>
                              <m:ctrlPr>
                                <a:rPr lang="en-US" sz="1600" i="1"/>
                              </m:ctrlPr>
                            </m:accPr>
                            <m:e>
                              <m:sSub>
                                <m:sSubPr>
                                  <m:ctrlPr>
                                    <a:rPr lang="en-US" sz="1600" i="1"/>
                                  </m:ctrlPr>
                                </m:sSubPr>
                                <m:e>
                                  <m:r>
                                    <a:rPr lang="en-US" sz="1600" i="1"/>
                                    <m:t>h</m:t>
                                  </m:r>
                                </m:e>
                                <m:sub>
                                  <m:r>
                                    <a:rPr lang="en-US" sz="1600" i="1"/>
                                    <m:t>𝑡</m:t>
                                  </m:r>
                                  <m:r>
                                    <a:rPr lang="en-US" sz="1600" i="1"/>
                                    <m:t>−</m:t>
                                  </m:r>
                                  <m:r>
                                    <a:rPr lang="en-US" sz="1600" i="1"/>
                                    <m:t>1</m:t>
                                  </m:r>
                                </m:sub>
                              </m:sSub>
                            </m:e>
                          </m:acc>
                        </m:e>
                      </m:d>
                      <m:r>
                        <a:rPr lang="en-US" sz="1600" i="1"/>
                        <m:t>,</m:t>
                      </m:r>
                      <m:acc>
                        <m:accPr>
                          <m:chr m:val="⃖"/>
                          <m:ctrlPr>
                            <a:rPr lang="en-US" sz="1600" i="1"/>
                          </m:ctrlPr>
                        </m:accPr>
                        <m:e>
                          <m:sSub>
                            <m:sSubPr>
                              <m:ctrlPr>
                                <a:rPr lang="en-US" sz="1600" i="1"/>
                              </m:ctrlPr>
                            </m:sSubPr>
                            <m:e>
                              <m:r>
                                <a:rPr lang="en-US" sz="1600" i="1"/>
                                <m:t>h</m:t>
                              </m:r>
                            </m:e>
                            <m:sub>
                              <m:r>
                                <a:rPr lang="en-US" sz="1600" i="1"/>
                                <m:t>𝑡</m:t>
                              </m:r>
                            </m:sub>
                          </m:sSub>
                        </m:e>
                      </m:acc>
                      <m:r>
                        <a:rPr lang="en-US" sz="1600" i="1"/>
                        <m:t>=</m:t>
                      </m:r>
                      <m:r>
                        <m:rPr>
                          <m:nor/>
                        </m:rPr>
                        <a:rPr lang="en-US" sz="1600"/>
                        <m:t>LSTM</m:t>
                      </m:r>
                      <m:d>
                        <m:dPr>
                          <m:ctrlPr>
                            <a:rPr lang="en-US" sz="1600" i="1">
                              <a:latin typeface="Cambria Math" panose="02040503050406030204" pitchFamily="18" charset="0"/>
                            </a:rPr>
                          </m:ctrlPr>
                        </m:dPr>
                        <m:e>
                          <m:sSub>
                            <m:sSubPr>
                              <m:ctrlPr>
                                <a:rPr lang="en-US" sz="1600" i="1"/>
                              </m:ctrlPr>
                            </m:sSubPr>
                            <m:e>
                              <m:r>
                                <a:rPr lang="en-US" sz="1600" i="1"/>
                                <m:t>𝑥</m:t>
                              </m:r>
                            </m:e>
                            <m:sub>
                              <m:r>
                                <a:rPr lang="en-US" sz="1600" i="1"/>
                                <m:t>𝑡</m:t>
                              </m:r>
                            </m:sub>
                          </m:sSub>
                          <m:r>
                            <a:rPr lang="en-US" sz="1600" i="1"/>
                            <m:t>,</m:t>
                          </m:r>
                          <m:acc>
                            <m:accPr>
                              <m:chr m:val="⃖"/>
                              <m:ctrlPr>
                                <a:rPr lang="en-US" sz="1600" i="1"/>
                              </m:ctrlPr>
                            </m:accPr>
                            <m:e>
                              <m:sSub>
                                <m:sSubPr>
                                  <m:ctrlPr>
                                    <a:rPr lang="en-US" sz="1600" i="1"/>
                                  </m:ctrlPr>
                                </m:sSubPr>
                                <m:e>
                                  <m:r>
                                    <a:rPr lang="en-US" sz="1600" i="1"/>
                                    <m:t>h</m:t>
                                  </m:r>
                                </m:e>
                                <m:sub>
                                  <m:r>
                                    <a:rPr lang="en-US" sz="1600" i="1"/>
                                    <m:t>𝑡</m:t>
                                  </m:r>
                                  <m:r>
                                    <a:rPr lang="en-US" sz="1600" i="1"/>
                                    <m:t>+</m:t>
                                  </m:r>
                                  <m:r>
                                    <a:rPr lang="en-US" sz="1600" i="1"/>
                                    <m:t>1</m:t>
                                  </m:r>
                                </m:sub>
                              </m:sSub>
                            </m:e>
                          </m:acc>
                        </m:e>
                      </m:d>
                      <m:r>
                        <a:rPr lang="en-US" sz="1600"/>
                        <m:t>.</m:t>
                      </m:r>
                    </m:oMath>
                  </m:oMathPara>
                </a14:m>
                <a:endParaRPr lang="en-US" sz="1600" dirty="0"/>
              </a:p>
              <a:p>
                <a:endParaRPr lang="en-US" sz="1600" dirty="0"/>
              </a:p>
              <a:p>
                <a:r>
                  <a:rPr lang="en-US" sz="1600" dirty="0"/>
                  <a:t>The contextual representation is the concatenation:</a:t>
                </a:r>
              </a:p>
              <a:p>
                <a:endParaRPr lang="en-US" sz="1600" dirty="0"/>
              </a:p>
              <a:p>
                <a14:m>
                  <m:oMathPara xmlns:m="http://schemas.openxmlformats.org/officeDocument/2006/math">
                    <m:oMathParaPr>
                      <m:jc m:val="centerGroup"/>
                    </m:oMathParaPr>
                    <m:oMath xmlns:m="http://schemas.openxmlformats.org/officeDocument/2006/math">
                      <m:sSub>
                        <m:sSubPr>
                          <m:ctrlPr>
                            <a:rPr lang="en-US" sz="1600" i="1"/>
                          </m:ctrlPr>
                        </m:sSubPr>
                        <m:e>
                          <m:r>
                            <a:rPr lang="en-US" sz="1600" i="1"/>
                            <m:t>h</m:t>
                          </m:r>
                        </m:e>
                        <m:sub>
                          <m:r>
                            <a:rPr lang="en-US" sz="1600" i="1"/>
                            <m:t>𝑡</m:t>
                          </m:r>
                        </m:sub>
                      </m:sSub>
                      <m:r>
                        <a:rPr lang="en-US" sz="1600" i="1"/>
                        <m:t>=[</m:t>
                      </m:r>
                      <m:acc>
                        <m:accPr>
                          <m:chr m:val="⃗"/>
                          <m:ctrlPr>
                            <a:rPr lang="en-US" sz="1600" i="1"/>
                          </m:ctrlPr>
                        </m:accPr>
                        <m:e>
                          <m:sSub>
                            <m:sSubPr>
                              <m:ctrlPr>
                                <a:rPr lang="en-US" sz="1600" i="1"/>
                              </m:ctrlPr>
                            </m:sSubPr>
                            <m:e>
                              <m:r>
                                <a:rPr lang="en-US" sz="1600" i="1"/>
                                <m:t>h</m:t>
                              </m:r>
                            </m:e>
                            <m:sub>
                              <m:r>
                                <a:rPr lang="en-US" sz="1600" i="1"/>
                                <m:t>𝑡</m:t>
                              </m:r>
                            </m:sub>
                          </m:sSub>
                        </m:e>
                      </m:acc>
                      <m:r>
                        <a:rPr lang="en-US" sz="1600" i="1"/>
                        <m:t>;</m:t>
                      </m:r>
                      <m:acc>
                        <m:accPr>
                          <m:chr m:val="⃖"/>
                          <m:ctrlPr>
                            <a:rPr lang="en-US" sz="1600" i="1"/>
                          </m:ctrlPr>
                        </m:accPr>
                        <m:e>
                          <m:sSub>
                            <m:sSubPr>
                              <m:ctrlPr>
                                <a:rPr lang="en-US" sz="1600" i="1"/>
                              </m:ctrlPr>
                            </m:sSubPr>
                            <m:e>
                              <m:r>
                                <a:rPr lang="en-US" sz="1600" i="1"/>
                                <m:t>h</m:t>
                              </m:r>
                            </m:e>
                            <m:sub>
                              <m:r>
                                <a:rPr lang="en-US" sz="1600" i="1"/>
                                <m:t>𝑡</m:t>
                              </m:r>
                            </m:sub>
                          </m:sSub>
                        </m:e>
                      </m:acc>
                      <m:r>
                        <a:rPr lang="en-US" sz="1600" i="1"/>
                        <m:t>]</m:t>
                      </m:r>
                      <m:r>
                        <a:rPr lang="en-US" sz="1600"/>
                        <m:t>.</m:t>
                      </m:r>
                    </m:oMath>
                  </m:oMathPara>
                </a14:m>
                <a:br>
                  <a:rPr lang="en-US" dirty="0"/>
                </a:br>
                <a:endParaRPr lang="en-US" dirty="0"/>
              </a:p>
              <a:p>
                <a:pPr>
                  <a:buNone/>
                </a:pPr>
                <a:endParaRPr lang="ar-AE" b="0" dirty="0">
                  <a:solidFill>
                    <a:schemeClr val="tx1"/>
                  </a:solidFill>
                </a:endParaRPr>
              </a:p>
            </p:txBody>
          </p:sp>
        </mc:Choice>
        <mc:Fallback>
          <p:sp>
            <p:nvSpPr>
              <p:cNvPr id="8" name="TextBox 7">
                <a:extLst>
                  <a:ext uri="{FF2B5EF4-FFF2-40B4-BE49-F238E27FC236}">
                    <a16:creationId xmlns:a16="http://schemas.microsoft.com/office/drawing/2014/main" id="{1D7D53E0-5908-13F7-DF33-CF225345E3AC}"/>
                  </a:ext>
                </a:extLst>
              </p:cNvPr>
              <p:cNvSpPr txBox="1">
                <a:spLocks noRot="1" noChangeAspect="1" noMove="1" noResize="1" noEditPoints="1" noAdjustHandles="1" noChangeArrowheads="1" noChangeShapeType="1" noTextEdit="1"/>
              </p:cNvSpPr>
              <p:nvPr/>
            </p:nvSpPr>
            <p:spPr>
              <a:xfrm>
                <a:off x="1007753" y="3435334"/>
                <a:ext cx="7448184" cy="2432012"/>
              </a:xfrm>
              <a:prstGeom prst="rect">
                <a:avLst/>
              </a:prstGeom>
              <a:blipFill>
                <a:blip r:embed="rId2"/>
                <a:stretch>
                  <a:fillRect l="-409" t="-754"/>
                </a:stretch>
              </a:blipFill>
            </p:spPr>
            <p:txBody>
              <a:bodyPr/>
              <a:lstStyle/>
              <a:p>
                <a:r>
                  <a:rPr lang="en-US">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dirty="0"/>
              <a:t>Training Behavior and Convergence</a:t>
            </a:r>
          </a:p>
        </p:txBody>
      </p:sp>
      <p:pic>
        <p:nvPicPr>
          <p:cNvPr id="4" name="Picture 3" descr="4821c754-6f59-485c-b59c-f2c818366ec1.png"/>
          <p:cNvPicPr>
            <a:picLocks noChangeAspect="1"/>
          </p:cNvPicPr>
          <p:nvPr/>
        </p:nvPicPr>
        <p:blipFill>
          <a:blip r:embed="rId2"/>
          <a:stretch>
            <a:fillRect/>
          </a:stretch>
        </p:blipFill>
        <p:spPr>
          <a:xfrm>
            <a:off x="745117" y="1345222"/>
            <a:ext cx="3695406" cy="2720717"/>
          </a:xfrm>
          <a:prstGeom prst="rect">
            <a:avLst/>
          </a:prstGeom>
        </p:spPr>
      </p:pic>
      <p:pic>
        <p:nvPicPr>
          <p:cNvPr id="5" name="Picture 4" descr="c22e9566-02a0-47f7-b8d1-e17e36a20c28.png"/>
          <p:cNvPicPr>
            <a:picLocks noChangeAspect="1"/>
          </p:cNvPicPr>
          <p:nvPr/>
        </p:nvPicPr>
        <p:blipFill>
          <a:blip r:embed="rId3"/>
          <a:stretch>
            <a:fillRect/>
          </a:stretch>
        </p:blipFill>
        <p:spPr>
          <a:xfrm>
            <a:off x="745117" y="4065939"/>
            <a:ext cx="3807459" cy="2735730"/>
          </a:xfrm>
          <a:prstGeom prst="rect">
            <a:avLst/>
          </a:prstGeom>
        </p:spPr>
      </p:pic>
      <p:sp>
        <p:nvSpPr>
          <p:cNvPr id="6" name="Rectangle 1">
            <a:extLst>
              <a:ext uri="{FF2B5EF4-FFF2-40B4-BE49-F238E27FC236}">
                <a16:creationId xmlns:a16="http://schemas.microsoft.com/office/drawing/2014/main" id="{E256911E-BEAF-2182-A03A-17FC188AE7EA}"/>
              </a:ext>
            </a:extLst>
          </p:cNvPr>
          <p:cNvSpPr>
            <a:spLocks noGrp="1" noChangeArrowheads="1"/>
          </p:cNvSpPr>
          <p:nvPr>
            <p:ph idx="1"/>
          </p:nvPr>
        </p:nvSpPr>
        <p:spPr bwMode="auto">
          <a:xfrm>
            <a:off x="5125916" y="2419334"/>
            <a:ext cx="3560884"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Loss decreases smoothly across epochs, indicating stable optimization.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Development accuracy improves early and remains consistently high.</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No signs of divergence or overfitting within the training window.</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Model captures structural regularities quickly due to strong supervision.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dirty="0"/>
              <a:t>Token-Level Confusion Patterns</a:t>
            </a:r>
          </a:p>
        </p:txBody>
      </p:sp>
      <p:pic>
        <p:nvPicPr>
          <p:cNvPr id="4" name="Picture 3" descr="dbb78c4e-8323-452e-8829-28430581661e.png"/>
          <p:cNvPicPr>
            <a:picLocks noChangeAspect="1"/>
          </p:cNvPicPr>
          <p:nvPr/>
        </p:nvPicPr>
        <p:blipFill>
          <a:blip r:embed="rId2"/>
          <a:stretch>
            <a:fillRect/>
          </a:stretch>
        </p:blipFill>
        <p:spPr>
          <a:xfrm>
            <a:off x="852854" y="1614458"/>
            <a:ext cx="7315200" cy="2809875"/>
          </a:xfrm>
          <a:prstGeom prst="rect">
            <a:avLst/>
          </a:prstGeom>
        </p:spPr>
      </p:pic>
      <p:sp>
        <p:nvSpPr>
          <p:cNvPr id="5" name="Rectangle 1">
            <a:extLst>
              <a:ext uri="{FF2B5EF4-FFF2-40B4-BE49-F238E27FC236}">
                <a16:creationId xmlns:a16="http://schemas.microsoft.com/office/drawing/2014/main" id="{97C32A35-D8A2-86F4-F0AB-741583B020FA}"/>
              </a:ext>
            </a:extLst>
          </p:cNvPr>
          <p:cNvSpPr>
            <a:spLocks noGrp="1" noChangeArrowheads="1"/>
          </p:cNvSpPr>
          <p:nvPr>
            <p:ph idx="1"/>
          </p:nvPr>
        </p:nvSpPr>
        <p:spPr bwMode="auto">
          <a:xfrm>
            <a:off x="852854" y="4766198"/>
            <a:ext cx="697178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Most errors occur at transitions between entity tokens and the O class.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Disease and Chemical labels show limited cross-confusion.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High diagonal mass indicates strong token-level discrimination.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Normalized values confirm consistent boundary sensitivity across classes.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dirty="0"/>
              <a:t>CRF Transition Dynamics</a:t>
            </a:r>
          </a:p>
        </p:txBody>
      </p:sp>
      <p:pic>
        <p:nvPicPr>
          <p:cNvPr id="5" name="Picture 4" descr="939e6790-0b5f-4a6e-bb49-d522de852cb0.png">
            <a:extLst>
              <a:ext uri="{FF2B5EF4-FFF2-40B4-BE49-F238E27FC236}">
                <a16:creationId xmlns:a16="http://schemas.microsoft.com/office/drawing/2014/main" id="{9A711E6F-FF56-98EF-39FF-BBAC38EEE733}"/>
              </a:ext>
            </a:extLst>
          </p:cNvPr>
          <p:cNvPicPr>
            <a:picLocks noChangeAspect="1"/>
          </p:cNvPicPr>
          <p:nvPr/>
        </p:nvPicPr>
        <p:blipFill>
          <a:blip r:embed="rId2"/>
          <a:stretch>
            <a:fillRect/>
          </a:stretch>
        </p:blipFill>
        <p:spPr>
          <a:xfrm>
            <a:off x="457200" y="1547446"/>
            <a:ext cx="5371711" cy="4961821"/>
          </a:xfrm>
          <a:prstGeom prst="rect">
            <a:avLst/>
          </a:prstGeom>
        </p:spPr>
      </p:pic>
      <p:sp>
        <p:nvSpPr>
          <p:cNvPr id="6" name="Rectangle 1">
            <a:extLst>
              <a:ext uri="{FF2B5EF4-FFF2-40B4-BE49-F238E27FC236}">
                <a16:creationId xmlns:a16="http://schemas.microsoft.com/office/drawing/2014/main" id="{8C215265-AE00-FB5E-C8D0-FEF0A9EEE214}"/>
              </a:ext>
            </a:extLst>
          </p:cNvPr>
          <p:cNvSpPr>
            <a:spLocks noGrp="1" noChangeArrowheads="1"/>
          </p:cNvSpPr>
          <p:nvPr>
            <p:ph idx="1"/>
          </p:nvPr>
        </p:nvSpPr>
        <p:spPr bwMode="auto">
          <a:xfrm>
            <a:off x="6172201" y="1946074"/>
            <a:ext cx="251460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Strong B→I and I→I transitions reflect stable span continuation.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Weak or negative scores for invalid transitions enforce lawful BIO structure.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O→entity transitions remain moderate, matching real entity frequency.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CRF acts as a structural regulator, reducing fragmented or inconsistent spans.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dirty="0"/>
              <a:t>Positional Span Error Analysis</a:t>
            </a:r>
          </a:p>
        </p:txBody>
      </p:sp>
      <p:pic>
        <p:nvPicPr>
          <p:cNvPr id="4" name="Picture 3" descr="f33f7a19-4fa6-40ed-b428-13c9cda91475.png"/>
          <p:cNvPicPr>
            <a:picLocks noChangeAspect="1"/>
          </p:cNvPicPr>
          <p:nvPr/>
        </p:nvPicPr>
        <p:blipFill>
          <a:blip r:embed="rId2"/>
          <a:stretch>
            <a:fillRect/>
          </a:stretch>
        </p:blipFill>
        <p:spPr>
          <a:xfrm>
            <a:off x="27395" y="3830388"/>
            <a:ext cx="9089210" cy="2438364"/>
          </a:xfrm>
          <a:prstGeom prst="rect">
            <a:avLst/>
          </a:prstGeom>
        </p:spPr>
      </p:pic>
      <p:sp>
        <p:nvSpPr>
          <p:cNvPr id="5" name="Rectangle 1">
            <a:extLst>
              <a:ext uri="{FF2B5EF4-FFF2-40B4-BE49-F238E27FC236}">
                <a16:creationId xmlns:a16="http://schemas.microsoft.com/office/drawing/2014/main" id="{2C244781-01AC-BAA7-479F-3A4B3E18DD99}"/>
              </a:ext>
            </a:extLst>
          </p:cNvPr>
          <p:cNvSpPr>
            <a:spLocks noGrp="1" noChangeArrowheads="1"/>
          </p:cNvSpPr>
          <p:nvPr>
            <p:ph idx="1"/>
          </p:nvPr>
        </p:nvSpPr>
        <p:spPr bwMode="auto">
          <a:xfrm>
            <a:off x="1267484" y="1668861"/>
            <a:ext cx="7419315"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True positives cluster strongly at early token positions.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False positives appear more frequently in early and mid-sentence regions.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False negatives spread across the sentence, reflecting boundary uncertainty.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Positional patterns reveal how context length affects span reconstruction.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dirty="0"/>
              <a:t>Span Error Galaxy Visualization</a:t>
            </a:r>
          </a:p>
        </p:txBody>
      </p:sp>
      <p:pic>
        <p:nvPicPr>
          <p:cNvPr id="5" name="Picture 4" descr="0e9baea4-0992-4cb6-89fa-837bfef6e5c1.png"/>
          <p:cNvPicPr>
            <a:picLocks noChangeAspect="1"/>
          </p:cNvPicPr>
          <p:nvPr/>
        </p:nvPicPr>
        <p:blipFill>
          <a:blip r:embed="rId2"/>
          <a:stretch>
            <a:fillRect/>
          </a:stretch>
        </p:blipFill>
        <p:spPr>
          <a:xfrm>
            <a:off x="1190384" y="4365"/>
            <a:ext cx="6763232" cy="685363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A1338-EE5D-9FC9-70FF-337C000B93A9}"/>
              </a:ext>
            </a:extLst>
          </p:cNvPr>
          <p:cNvSpPr>
            <a:spLocks noGrp="1"/>
          </p:cNvSpPr>
          <p:nvPr>
            <p:ph type="ctrTitle"/>
          </p:nvPr>
        </p:nvSpPr>
        <p:spPr>
          <a:xfrm>
            <a:off x="685800" y="1395412"/>
            <a:ext cx="7772400" cy="1470025"/>
          </a:xfrm>
        </p:spPr>
        <p:txBody>
          <a:bodyPr>
            <a:normAutofit/>
          </a:bodyPr>
          <a:lstStyle/>
          <a:p>
            <a:r>
              <a:rPr lang="en-US" sz="2000" dirty="0"/>
              <a:t>Video Presentation:</a:t>
            </a:r>
          </a:p>
        </p:txBody>
      </p:sp>
      <p:sp>
        <p:nvSpPr>
          <p:cNvPr id="3" name="Subtitle 2">
            <a:extLst>
              <a:ext uri="{FF2B5EF4-FFF2-40B4-BE49-F238E27FC236}">
                <a16:creationId xmlns:a16="http://schemas.microsoft.com/office/drawing/2014/main" id="{10DC9607-EF2C-D503-F01F-3A83A02DF8EB}"/>
              </a:ext>
            </a:extLst>
          </p:cNvPr>
          <p:cNvSpPr>
            <a:spLocks noGrp="1"/>
          </p:cNvSpPr>
          <p:nvPr>
            <p:ph type="subTitle" idx="1"/>
          </p:nvPr>
        </p:nvSpPr>
        <p:spPr>
          <a:xfrm>
            <a:off x="1371600" y="3429000"/>
            <a:ext cx="6400800" cy="1752600"/>
          </a:xfrm>
        </p:spPr>
        <p:txBody>
          <a:bodyPr>
            <a:normAutofit fontScale="32500" lnSpcReduction="20000"/>
          </a:bodyPr>
          <a:lstStyle/>
          <a:p>
            <a:r>
              <a:rPr lang="en-US" dirty="0"/>
              <a:t> </a:t>
            </a:r>
          </a:p>
          <a:p>
            <a:r>
              <a:rPr lang="en-US" dirty="0"/>
              <a:t>The final project video presentation can be found </a:t>
            </a:r>
            <a:r>
              <a:rPr lang="en-US" u="sng" dirty="0">
                <a:hlinkClick r:id="rId2"/>
              </a:rPr>
              <a:t>here</a:t>
            </a:r>
            <a:r>
              <a:rPr lang="en-US" dirty="0"/>
              <a:t> or via the URL:</a:t>
            </a:r>
          </a:p>
          <a:p>
            <a:endParaRPr lang="en-US" dirty="0"/>
          </a:p>
          <a:p>
            <a:r>
              <a:rPr lang="en-US" dirty="0"/>
              <a:t>https://harvard.zoom.us/rec/play/vTXn_FgF7njoMpwqZkaC-PFPT-y5-6XCglUFkE8c5-jssH7nb3nVOCNU4770gonUpV5r11_aWl3xKWXz.dnL-p7zpr8m9Emgi?eagerLoadZvaPages=sidemenu.billing.plan_management&amp;accessLevel=meeting&amp;canPlayFromShare=true&amp;from=my_recording&amp;startTime=1765760584000&amp;componentName=rec-play&amp;originRequestUrl=https%3A%2F%2Fharvard.zoom.us%2Frec%2Fshare%2F90Wo3k5q8g5Ss1yYGkCPPHDU7Iv54GEbO5DDtgmbuBylGwZnRQbXptjvQHg-0TkA.2os0ehmbOj1k8iko%3FstartTime%3D1765760584000</a:t>
            </a:r>
          </a:p>
          <a:p>
            <a:endParaRPr lang="en-US" dirty="0"/>
          </a:p>
        </p:txBody>
      </p:sp>
    </p:spTree>
    <p:extLst>
      <p:ext uri="{BB962C8B-B14F-4D97-AF65-F5344CB8AC3E}">
        <p14:creationId xmlns:p14="http://schemas.microsoft.com/office/powerpoint/2010/main" val="19134021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2459</TotalTime>
  <Words>779</Words>
  <Application>Microsoft Office PowerPoint</Application>
  <PresentationFormat>On-screen Show (4:3)</PresentationFormat>
  <Paragraphs>102</Paragraphs>
  <Slides>13</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Aptos</vt:lpstr>
      <vt:lpstr>Arial</vt:lpstr>
      <vt:lpstr>Calibri</vt:lpstr>
      <vt:lpstr>Cambria Math</vt:lpstr>
      <vt:lpstr>Garamond</vt:lpstr>
      <vt:lpstr>Times New Roman</vt:lpstr>
      <vt:lpstr>Office Theme</vt:lpstr>
      <vt:lpstr> Final Project  Biomedical Named Entity Recognition Using a Hybrid BiLSTM, Transformer Encoder, and CRF </vt:lpstr>
      <vt:lpstr>Generative AI Disclosure  </vt:lpstr>
      <vt:lpstr>Motivation and Problem Context</vt:lpstr>
      <vt:lpstr>Project Objectives</vt:lpstr>
      <vt:lpstr>Dataset and Preprocessing Constraints</vt:lpstr>
      <vt:lpstr>Preprocessing Architecture Overview</vt:lpstr>
      <vt:lpstr>Hybrid Model Architecture</vt:lpstr>
      <vt:lpstr>Training Behavior and Convergence</vt:lpstr>
      <vt:lpstr>Token-Level Confusion Patterns</vt:lpstr>
      <vt:lpstr>CRF Transition Dynamics</vt:lpstr>
      <vt:lpstr>Positional Span Error Analysis</vt:lpstr>
      <vt:lpstr>Span Error Galaxy Visualization</vt:lpstr>
      <vt:lpstr>Video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Da_Fluff</dc:creator>
  <cp:keywords/>
  <dc:description>generated using python-pptx</dc:description>
  <cp:lastModifiedBy>shiney nickles</cp:lastModifiedBy>
  <cp:revision>2</cp:revision>
  <dcterms:created xsi:type="dcterms:W3CDTF">2013-01-27T09:14:16Z</dcterms:created>
  <dcterms:modified xsi:type="dcterms:W3CDTF">2025-12-15T16:03:58Z</dcterms:modified>
  <cp:category/>
</cp:coreProperties>
</file>